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IPv4 ヘッダの構造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IPv4パケットヘッダは最小20バイト。TTL・プロトコル番号・送受信IPアドレスなど重要フィールドを含む。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TTL(Time To Live)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ルータを通過するたびに1減算。0になるとパケット破棄しICMP Time Exceededを返送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フラグメンテーション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MTUを超えるパケットを分割。IDフィールドで関連付け、受信側で再組み立て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Protocol/TOS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Protocol番号でL4識別(TCP=6/UDP=17/ICMP=1)。TOS/DSCPでQoS優先度を設定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