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NAT・PAT の仕組み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プライベートIPアドレスをグローバルIPアドレスに変換する技術。IPv4アドレス枯渇への対応として普及。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静的 NAT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固定的な1対1マッピング。サーバ公開などで使用。グローバルアドレスを1つ消費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NAPT/PAT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1つのグローバルIPを複数のプライベートIPで共有。ポート番号で接続を識別・変換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接続追跡テーブル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送信元IP:Port→グローバルIP:Portのマッピングを記録。応答パケットを逆変換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NAT の課題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エンドツーエンド接続性の破壊・P2P困難・NAT越え技術(STUN/TURN/ICE)が必要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