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ICMP と ping・traceroute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IP ネットワークの制御・診断に使用するプロトコル。エラー通知・疎通確認・経路探索に活用される。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ping (Echo Request/Reply)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ICMP Type 8/0 を使用。RTT測定と疎通確認。-c回数・-i間隔・-s サイズを指定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traceroute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TTL を1から増やしながら送信。各ルータからTime Exceededを受け取り経路を探索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エラーメッセージ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Destination Unreachable・Time Exceeded・Redirect など障害診断に不可欠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