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リンク状態法（OSPF）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リンク状態情報をフラッディングしダイクストラ法でSPFツリーを構築するリンク状態型ルーティングプロトコル。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LSA フラッディング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各ルータがリンク状態広告(LSA)を生成しエリア全体に配布。全ルータが同一LSDB保持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SPFアルゴリズム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ダイクストラ法で最短経路ツリーを計算。コスト(帯域幅ベース)を最小化するルートを選択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エリア設計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エリア0(バックボーン)とエリア境界ルータ(ABR)で階層化。LSAフラッディングを局所化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DR/BDR選出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マルチアクセスネットワークで指定ルータを選出。LSA交換を集約し帯域を節約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