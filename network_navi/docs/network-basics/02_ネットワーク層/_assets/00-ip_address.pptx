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IP アドレスとサブネットマスク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IPv4 は32ビットのアドレス空間。サブネットマスクでネットワーク部とホスト部を区別し、階層的なアドレス管理を実現。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クラスフル→CIDR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旧クラスA/B/Cから可変長CIDR表記(192.168.1.0/24)へ。アドレス空間の効率的活用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サブネット分割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/24を/26に分割すると4サブネット×62ホスト。ネットワーク設計の基本計算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プライベートアドレス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10.0.0.0/8・172.16.0.0/12・192.168.0.0/16はNATで変換し内部ネットワークで使用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特殊アドレス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127.0.0.1(loopback)・255.255.255.255(ブロードキャスト)・0.0.0.0(デフォルトルート)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