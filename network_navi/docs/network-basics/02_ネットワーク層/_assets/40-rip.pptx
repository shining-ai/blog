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距離ベクトル法（RIP）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隣接ルータとルーティング情報を定期的に交換する距離ベクトルアルゴリズム。ホップ数をメトリックとする。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ベルマンフォード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各ルータが全ルートの距離ベクトルを保持。30秒ごとに隣接ルータと交換して収束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最大ホップ数15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ホップ数16以上は到達不能。大規模ネットワークには不向きでOSPFへの移行が推奨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スプリットホライズン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ルートを学んだインタフェースへは広告しない。ルーティングループを防止する技術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RIPv2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クラスレスルーティング・マルチキャスト更新(224.0.0.9)・MD5認証をRIPv1から追加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