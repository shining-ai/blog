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IPv6 の概要と移行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128ビットアドレス空間を持つ次世代IPプロトコル。NAT不要・自動設定・セキュリティ改善などIPv4の課題を解決。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アドレス表記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128ビットを16ビット8ブロックで16進数表記。::で連続するゼロを省略可能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自動設定(SLAAC)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プレフィックス情報からインタフェースIDを自動生成。DHCPv6不要で設定を簡素化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移行技術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デュアルスタック(IPv4+IPv6併用)・トンネリング(6in4/6to4)・NAT64で段階的移行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改善点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ヘッダ簡素化・拡張ヘッダチェーン・マルチキャスト強化・IPsec標準サポート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