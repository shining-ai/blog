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BGP とインターネットルーティング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AS間のルーティングに使用するパスベクトルプロトコル。インターネットの経路制御を担うEGP。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AS(自律システム)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単一の管理組織が管理するネットワーク集合。ASN(AS番号)で一意識別。BGPでAS間接続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パスベクトル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経路情報にASパスを付加。AS_PATHで最短AS数の経路を選択しループを防止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iBGP vs eBGP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同一AS内のiBGPとAS間のeBGP。iBGPはフルメッシュまたはルートリフレクタが必要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ポリシールーティング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コミュニティ属性やMEDでルート優先度を操作。トラフィックエンジニアリングを実現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