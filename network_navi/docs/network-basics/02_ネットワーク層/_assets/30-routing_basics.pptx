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ルーティングの基礎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ルータがパケットを宛先まで転送する仕組み。ルーティングテーブルのルックアップで次ホップを決定する。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ルーティングテーブル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宛先ネットワーク・ネクストホップ・メトリック・インタフェースを管理。最長一致で選択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静的ルーティング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管理者が手動でルートを設定。シンプルで予測可能だが大規模ネットワークでは管理困難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動的ルーティング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RIP・OSPF・BGPなどのルーティングプロトコルで自動的にルート交換・更新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