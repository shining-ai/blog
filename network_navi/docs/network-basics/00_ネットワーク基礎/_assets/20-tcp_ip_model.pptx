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TCP/IP モデル（4 層）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インターネットで実際に使われる4層モデル。OSI 7層を実用的に統合したもので、現代ネットワークの基盤となっている。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ネットワークアクセス層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物理・データリンクに相当。イーサネット・Wi-Fiなど物理媒体とフレーム転送を担当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インターネット層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IP プロトコルによるパケットルーティング。IPv4/IPv6・ICMP・ARP が含まれる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トランスポート層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TCP（信頼性）・UDP（低遅延）によるエンドツーエンド通信。ポート番号でプロセスを識別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アプリケーション層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HTTP・DNS・SMTP・FTPなどアプリケーションプロトコル。OSI L5〜L7を統合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