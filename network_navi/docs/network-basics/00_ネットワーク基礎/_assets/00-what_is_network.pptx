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ネットワークとは・インターネットの構造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複数のコンピュータを通信媒体で接続しデータをやり取りする仕組み。LAN〜インターネットまでIP プロトコルで相互接続された「ネットワークのネットワーク」。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LAN/WAN/Internet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同一建物内(LAN)→都市規模(MAN)→国際規模(WAN)→世界規模(Internet)と階層的に拡張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ISP・IXP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ISPが家庭や企業をインターネットに接続。IXPでISP同士が相互接続し効率的なルーティングを実現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ルータ・スイッチ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ルータはIPアドレスでパケット転送、スイッチはMAC アドレスでフレーム転送。役割が異なる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