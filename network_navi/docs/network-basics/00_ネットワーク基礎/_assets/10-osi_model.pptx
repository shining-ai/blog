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OSI 参照モデルの 7 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通信プロトコルを7つの層に分割した概念モデル。各層は上位層にサービスを提供し、下位層のサービスを利用する。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物理/データリンク層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物理媒体でのビット転送(L1)とフレーム転送・誤り検出(L2)。イーサネット・Wi-Fiが担当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ネットワーク/トランスポート層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IP によるエンドツーエンド転送(L3)とTCP/UDP によるプロセス間通信(L4)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セッション/プレゼン/アプリ層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接続管理(L5)・データ形式変換(L6)・アプリプロトコル(L7)。HTTP・FTP・SMTPなど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