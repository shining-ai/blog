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帯域・遅延・スループットの概念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ネットワーク性能を表す3つの指標。帯域幅(bps)・遅延(ms)・スループット(実効bps)はトレードオフの関係にある。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帯域幅(Bandwidth)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単位時間に転送できる最大データ量(bps)。物理媒体・機器の仕様で決まる上限値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遅延(Latency)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パケットが送信元から宛先に到達するまでの時間。伝播遅延・処理遅延・キュー遅延の合計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スループット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実際に転送されたデータ量。プロトコルオーバーヘッドや輻輳で帯域幅より低くなる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RTT・ジッタ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往復時間(RTT)と遅延のばらつき(ジッタ)。リアルタイム通信では特に重要な指標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