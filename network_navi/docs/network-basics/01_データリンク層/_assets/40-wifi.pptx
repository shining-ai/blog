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Wi-Fi（IEEE 802.11）の仕組み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無線 LAN の標準規格。2.4GHz・5GHz帯を使用し、802.11a/b/g/n/ac/axと世代を重ねて高速化。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アクセスポイント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BSS（基本サービスセット）を構成。SSIDで識別し、クライアントを管理・認証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変調方式の進化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OFDM・MIMO・MU-MIMOを採用。Wi-Fi 6(802.11ax)はOFDMAで複数端末を同時通信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チャネル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2.4GHz帯は1/6/11ch(非重複3ch)。5GHz帯はより多くの非重複チャンネルで干渉を低減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セキュリティ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WEP(廃止)→WPA→WPA2(AES-CCMP)→WPA3。PMF(管理フレーム保護)で改善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