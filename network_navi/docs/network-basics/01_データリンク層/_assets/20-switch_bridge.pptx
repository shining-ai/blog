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スイッチとブリッジ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データリンク層でフレームを転送する機器。MACアドレステーブルを学習し、適切なポートにのみ転送する。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MACアドレステーブル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受信フレームの送信元MACとポートを記録。宛先MACが未登録ならフラッディング(全ポート転送)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スイッチの機能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フレームフィルタリング・ループ防止(STP)・VLAN分割・PoE給電などを提供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ブリッジとの違い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ブリッジはソフトウェア処理で低速・少ポート。スイッチはASIC専用ハードウェアで高速・多ポート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