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MAC アドレスと ARP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MACアドレスはNIC固有の48ビット物理アドレス。ARPはIPアドレスからMACアドレスを解決するプロトコル。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MAC アドレス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48ビット(6オクテット)のNIC固有識別子。上位24ビットがOUI（メーカ識別）、下位24ビットがシリアル番号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ARP の動作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ブロードキャストでIPアドレスに対応するMAC を問い合わせ。回答をARPキャッシュに保存して再利用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Gratuitous 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自分のIPで自分のMACを通知するARP。IPアドレス重複検出やARPキャッシュ更新に使用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ARP スプーフィング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偽のARP応答でARPキャッシュを汚染する攻撃。中間者攻撃の手口。DAI(Dynamic ARP Inspection)で対策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