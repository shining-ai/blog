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CSMA/CD と CSMA/CA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共有媒体でのアクセス制御プロトコル。有線LANのCSMA/CDと無線LANのCSMA/CAは衝突への対処が異なる。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CSMA/CD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送信前にキャリア検知、衝突検知後にジャム信号送信・乱数待機後に再送。現在はFull Duplex で廃止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CSMA/CA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無線では衝突検知が困難なため衝突回避。送信前にランダム待機(バックオフ)して衝突確率を低減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ACKとRTS/CTS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無線では受信確認ACKが必要。隠れ端末問題にはRTS/CTSで媒体予約してから送信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