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イーサネットとフレーム構造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有線 LAN の標準規格 IEEE 802.3。データをフレーム単位で転送し、MACアドレスで宛先を識別する。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フレーム構造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プリアンブル・宛先MAC・送信元MAC・タイプ・ペイロード・FCS。最大1518バイト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CSMA/CD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衝突検知型アクセス制御。コリジョンを検知したら待機して再送。現在はフルデュプレクスで不要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速度規格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10BASE-T→100BASE-TX→1000BASE-T→10GBASE-T と進化。光ファイバでは40G/100G も普及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