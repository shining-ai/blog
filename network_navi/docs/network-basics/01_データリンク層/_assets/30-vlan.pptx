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VLAN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物理的な配線を変えずに、スイッチを論理的に複数のネットワークに分割する技術(IEEE 802.1Q)。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ポートベース VLAN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スイッチのポートごとにVLAN IDを割り当て。アクセスポートは単一VLANに所属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タグVLAN (802.1Q)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フレームにVLANタグ(4バイト)を追加。トランクポートで複数VLANを1本のリンクで通過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VLAN 間ルーティング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VLAN間の通信はL3機器(ルータ/L3スイッチ)が必要。SVIやRouter-on-a-Stickで実現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セキュリティ効果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放送ドメインを分割しブロードキャスト嵐を防止。部門別に分離しセキュリティを向上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