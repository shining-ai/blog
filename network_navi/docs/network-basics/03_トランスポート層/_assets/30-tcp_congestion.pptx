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TCP の輻輳制御（スロースタート・CUBIC）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ネットワークの輻輳を検知して送信量を調整する仕組み。スロースタートから始めて段階的に速度を上げる。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スロースタート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cwnd=1から始め、ACKごとにcwnd倍増。ssthreshに達したら輻輳回避フェーズへ移行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輻輳回避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ssthresh以降はcwndを線形増加(+1/cwnd per ACK)。損失検出で急激に削減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CUBIC (Linux)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立方関数で輻輳ウィンドウを調整。高速・長距離回線で高スループットを維持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BBR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帯域と遅延をモデル化して最適送信レートを決定。バッファ膨張を回避し低遅延・高スループット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