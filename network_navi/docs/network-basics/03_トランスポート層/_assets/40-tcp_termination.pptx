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TCP の接続終了（4 ウェイハンドシェイク）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TCP接続の終了はFINとACKを両方向で交換する4ウェイハンドシェイク。TIME_WAIT状態で遅延パケットを吸収する。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4ウェイ終了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FIN→ACK→FIN→ACK の4ステップ。各方向のデータ転送を独立に終了できる半二重終了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TIME_WAIT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最後のACK送信後に2MSL(60〜120秒)待機。遅延パケットが新接続に混入するのを防止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RST による強制切断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RST フラグで即座に接続を破棄。エラーや不正接続の強制終了に使用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