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QUIC プロトコル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Google が開発し IETF が標準化した UDP ベースの新プロトコル。HTTP/3 の基盤でTLS 1.3 統合・0-RTT・多重化を実現。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0-RTT 接続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初回接続後は0-RTTで再接続。TLS 1.3を統合しハンドシェイクと暗号化ネゴシを同時実施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HoLブロッキング解消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ストリームごとに独立した再送制御。1つのパケット損失が他のストリームに影響しない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接続マイグレーション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接続IDベースの管理でIPアドレス変更(Wi-Fi→LTE)でも接続を継続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暗号化必須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ヘッダも含めてほぼ全て暗号化。プロバイダやルータによる干渉を困難にする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