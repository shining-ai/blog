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UDP の特性と使いどころ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コネクションレス・軽量なトランスポートプロトコル。信頼性より低遅延を優先するアプリケーションに適している。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UDP の特徴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ヘッダが8バイトと小さく、コネクション確立不要。順序保証なし・再送なし・輻輳制御なし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適用分野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DNS・DHCP・NTP・動画ストリーミング・ゲーム・VoIP。リアルタイム性重視アプリ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アプリ層での信頼性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必要な信頼性はアプリ層で実装。QUIC は UDP 上で独自の信頼性と輻輳制御を実現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