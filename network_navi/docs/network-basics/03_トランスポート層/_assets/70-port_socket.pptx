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ポートとソケットの概念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ポート番号でプロセスを識別し、ソケットはIPアドレス+ポートのエンドポイント。通信はソケットペアで一意に識別される。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ポート番号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16ビット(0〜65535)。Well-known(0〜1023)・Registered(1024〜49151)・Dynamic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ソケット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(IPアドレス:ポート番号)の組。接続は(srcIP:srcPort, dstIP:dstPort)で一意に識別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ソケットAPI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socket()→bind()→listen()→accept()→send/recv()→close()の流れ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