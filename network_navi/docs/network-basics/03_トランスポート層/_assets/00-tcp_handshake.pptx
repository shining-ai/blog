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TCP の概要と 3 ウェイハンドシェイク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TCP は信頼性・順序保証・フロー制御・輻輳制御を提供するコネクション型プロトコル。接続確立は3ウェイハンドシェイク。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3ウェイハンドシェイク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SYN→SYN-ACK→ACK の3ステップで接続確立。初期シーケンス番号(ISN)を交換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TCP ヘッダ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送受信ポート・シーケンス番号・ACK番号・フラグ・ウィンドウサイズ・チェックサム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接続状態遷移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CLOSED→LISTEN→SYN_SENT→SYN_RCVD→ESTABLISHED→FIN_WAIT→TIME_WAIT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