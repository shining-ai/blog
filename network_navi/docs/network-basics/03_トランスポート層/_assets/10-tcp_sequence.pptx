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TCP のシーケンス番号と確認応答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シーケンス番号でバイトストリームを管理し、ACK番号で受信確認。再送タイムアウトで信頼性を保証する。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シーケンス番号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各バイトに番号を付与。セグメントごとに先頭バイトのシーケンス番号を通知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累積 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ACK番号は次に期待するシーケンス番号。受信側は最後に受信した連続バイト+1を返送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再送タイムアウト(RTO)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RTT を計測してRTOを動的に設定。タイムアウト後にセグメントを再送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高速再送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3つの重複ACKを受信したら即座に再送。タイムアウト待ちより早期に損失を回復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