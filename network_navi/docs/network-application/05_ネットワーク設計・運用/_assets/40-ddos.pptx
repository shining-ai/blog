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DDoS 攻撃の仕組みと対策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大量のトラフィックや不正リクエストでサービスを停止させる攻撃。ボットネットを活用し大規模化している。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容量枯渇攻撃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UDPフラッド・ICMPフラッドで帯域を消費。増幅攻撃(DNS/NTP)で数十倍の増幅が可能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接続枯渇攻撃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SYNフラッドでサーバの接続テーブルを枯渇。SYN Cookieで半開き接続なしに対処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アプリ層攻撃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HTTP フラッド・Slowlorisなどアプリ層を標的。正規リクエストに偽装し検知が困難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CDN/Anycastで吸収・レートリミット・CAPTCHA・IPブロック・Cloudflare Magicなど多層防御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