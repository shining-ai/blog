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ファイアウォールと DMZ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不正アクセスを遮断するセキュリティ装置とDMZ(非武装地帯)を組み合わせたネットワーク設計。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パケットフィルタリング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送受信IPアドレス・ポート番号・プロトコルに基づくACLでパケットを許可/拒否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ステートフルインスペクション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接続状態を追跡し戻りパケットを自動許可。よりセキュアなファイアウォール方式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DMZ設計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外部公開サーバ(Web/Mail/DNS)をDMZに配置。インターネット・DMZ・内部ネットワークを分離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次世代FW(NGFW)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アプリケーション識別・ユーザ認証・IPS・マルウェア検知を統合したUTMアプライアンス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