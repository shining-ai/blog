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ロードバランサ（L4 と L7）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複数サーバに負荷を分散するネットワーク装置。L4(トランスポート層)とL7(アプリケーション層)でアプローチが異なる。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L4 ロードバランサ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TCP/UDP のポートとIPアドレスで分散。高速・低遅延。セッションアフィニティはIPハッシュで実現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L7 ロードバランサ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 ヘッダ・Cookie・URLパスで振り分け。コンテンツベースルーティング・SSL終端・WAF機能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分散アルゴリズム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ラウンドロビン・最少接続・IPハッシュ・重み付け。ヘルスチェックで障害サーバを除外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HAProxy・nginx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OSS の高性能ロードバランサ。Kubernetes の Ingress Controller としても広く使用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