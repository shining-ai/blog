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ネットワーク監視（SNMP・NetFlow）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ネットワーク機器の状態把握とトラフィック分析のための監視手法。SNMP でデバイスを管理、NetFlow でフローを分析。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SNMP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ルータ・スイッチのMIB(管理情報ベース)をポーリング。v3でSHA認証・AES暗号化をサポート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NetFlow/sFlow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フローレベルのトラフィック統計を収集。帯域消費源の特定・異常検知・容量計画に活用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Prometheus + Grafana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メトリクス収集と可視化の定番OSS。SNMP ExporterでネットワークデバイスをPrometheusで監視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RSPAN・ERSPAN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ポートミラーリングでパケットをキャプチャ。Wiresharkで詳細なプロトコル解析が可能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