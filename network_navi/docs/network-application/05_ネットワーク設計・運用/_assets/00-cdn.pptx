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CDN の仕組みと活用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コンテンツをエッジサーバにキャッシュしユーザの近くから配信するネットワーク。遅延削減・オリジン負荷分散・可用性向上。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PoP (Points of Presence)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世界中に分散したエッジロケーション。ユーザ最寄りのPoPからコンテンツを配信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キャッシュ戦略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TTLベースのキャッシュとCache-Controlヘッダ。動的コンテンツはEDGEで生成も可能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Anycast ルーティング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同一IPアドレスを複数PoPに割り当て。BGPで最寄りのPoPへ自動的にルーティング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DDoS 軽減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大規模ネットワーク容量でDDoS攻撃を吸収。WAF機能も統合してセキュリティ強化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