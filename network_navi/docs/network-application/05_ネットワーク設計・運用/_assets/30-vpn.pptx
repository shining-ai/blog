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VPN（IPsec・WireGuard）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公衆ネットワーク上に暗号化トンネルを構築して安全な通信を実現。リモートアクセスや拠点間接続に使用。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IPsec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IKEv2で鍵交換、ESP/AHでパケット暗号化・認証。サイト間VPNで企業拠点を接続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SSL/TLS VPN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Webブラウザやクライアントソフトで接続。ファイアウォール越えが容易でリモートアクセスに人気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WireGuard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最新の高速VPNプロトコル。コードベースが小さく監査が容易。ChaCha20/Poly1305で暗号化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スプリットトンネル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VPN経由と直接接続のトラフィックを分離。企業通信のみVPN経由で帯域を節約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