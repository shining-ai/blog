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DNS の仕組み（再帰的解決・権威サーバ）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ドメイン名をIPアドレスに変換する分散型データベースシステム。階層的な権威サーバと再帰リゾルバで名前解決する。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再帰リゾルバ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クライアントの代わりに名前解決を実行。ルートサーバ→TLDサーバ→権威サーバと順に問い合わせ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権威 DNS サーバ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ゾーン情報を保持する最終的な回答者。Aレコード・MXレコード・CNAMEレコードなどを管理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TTLとキャッシュ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各レコードにTTLが設定され、その間キャッシュに保存。DNS伝播時間はTTLに依存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DNSSEC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DNS応答に電子署名を付与し改ざんを防止。信頼チェーンを構築して検証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