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メールプロトコル（SMTP・IMAP）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電子メール送受信を担うプロトコル群。送信は SMTP、受信は IMAP（またはPOP3）、認証は STARTTLS/SSL で保護。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SMTP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メール転送エージェント(MTA)間の送信プロトコル。ポート25(SMTP)・587(Submission)・465(SMTPS)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IMAP vs POP3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IMAP はサーバでメール管理・複数デバイス同期。POP3はローカルにダウンロードして削除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スパム対策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SPF・DKIM・DMARCで送信ドメインを認証。なりすましメールのフィルタリングに有効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