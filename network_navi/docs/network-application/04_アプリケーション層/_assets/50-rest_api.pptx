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REST API と HTTP メソッド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HTTP メソッドとリソース URI を組み合わせたアーキテクチャスタイル。ステートレスで統一インタフェースを持つ。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HTTP メソッド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GET(取得)・POST(作成)・PUT(更新/作成)・DELETE(削除)・PATCH(部分更新)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REST 制約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ステートレス・統一インタフェース・キャッシュ可能・階層システム・オンデマンドコード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ステータスコード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200 OK・201 Created・400 Bad Request・401 Unauthorized・404 Not Found・500 Internal Server Error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