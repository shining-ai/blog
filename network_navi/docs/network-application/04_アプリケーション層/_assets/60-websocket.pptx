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WebSocket（双方向通信プロトコル）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HTTP アップグレードで確立する全二重通信プロトコル。サーバからクライアントへのリアルタイムプッシュを実現。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接続確立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HTTP GETとUpgrade/Connection ヘッダでハンドシェイク。101 Switching Protocols で確立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フレーム構造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テキスト・バイナリ・Ping/Pong・Close フレーム。低オーバーヘッドで高頻度通信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適用例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チャット・株価・ゲーム・通知・コラボレーションツール。HTTP ポーリングより効率的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