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HTTP/2 の多重化とヘッダ圧縮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バイナリフレームベースの HTTP プロトコル。1つの TCP 接続で複数のリクエストを並列処理し HoL ブロッキングを解消。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バイナリフレーム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テキストからバイナリへ。ヘッダ・データ・優先度などフレームタイプで構造化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ストリーム多重化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1つのTCP接続で複数ストリームを並列処理。リクエスト順序に依存しない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HPACK圧縮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ヘッダフィールドをインデックス化・差分更新で圧縮。冗長なヘッダ転送を大幅削減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サーバプッシュ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クライアントのリクエスト前にリソースをプッシュ。CSS/JSを先行送信でページロード改善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