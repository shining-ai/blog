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HTTP/3（QUIC ベース）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QUIC プロトコル上に構築された HTTP の最新バージョン。TCP の問題を根本的に解決し高速・低遅延を実現。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QUIC 基盤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UDPベースのQUICで接続確立。TLS 1.3統合で1-RTT(初回)・0-RTT(再接続)を実現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HoL ブロッキング解消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ストリームレベルの多重化でパケット損失の影響を局所化。TCP のような連鎖遅延なし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接続マイグレーション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接続IDで管理するためIPアドレス変更でも接続継続。モバイル環境での安定性向上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