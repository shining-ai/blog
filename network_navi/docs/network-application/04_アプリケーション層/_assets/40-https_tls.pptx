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HTTPS と TLS ハンドシェイク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HTTP をTLS で暗号化した HTTPS。TLS ハンドシェイクで鍵交換・認証・暗号スイート交渉を行い安全な通信路を確立する。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TLS ハンドシェイク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ClientHello→ServerHello→証明書検証→鍵交換→Finished。TLS1.3では1-RTTに短縮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証明書と PKI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CAが署名したX.509証明書でサーバの正当性を証明。信頼チェーンを検証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暗号スイート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鍵交換(ECDHE)・認証(RSA/ECDSA)・暗号(AES-GCM)・MACの組み合わせ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HSTS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Strict-Transport-Security ヘッダで次回からHTTPS強制。HTTP ダウングレード攻撃を防止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