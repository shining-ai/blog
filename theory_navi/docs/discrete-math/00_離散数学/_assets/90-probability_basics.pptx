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確率の基礎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確率空間(Ω,F,P): 標本空間Ω・事象族F・確率測度P。条件付き確率・独立性・期待値・分散が基本概念。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確率測度P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P(A)∈[0,1], P(Ω)=1
P(A∪B)=P(A)+P(B)-P(A∩B)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条件付き確率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P(A|B)=P(A∩B)/P(B)
ベイズの定理に繋がる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独立性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P(A∩B)=P(A)P(B)
のとき事象A,Bは独立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期待値・分散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E[X]=Σ x_i p_i
Var[X]=E[X^2]-E[X]^2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