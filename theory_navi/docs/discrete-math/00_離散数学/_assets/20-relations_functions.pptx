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関係と関数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関係R⊆A×B: 集合A,Bの直積の部分集合。関数f:A→B: 各a∈Aに対してちょうど1つのb∈Bを対応させる関係。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全射（Surjection）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codomainの全要素が
f(a)として現れる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単射（Injection）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a≠b → f(a)≠f(b)
異なる入力→異なる出力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全単射（Bijection）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全射かつ単射
逆関数f^-1が存在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同値関係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反射律・対称律・
推移律を満たす関係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