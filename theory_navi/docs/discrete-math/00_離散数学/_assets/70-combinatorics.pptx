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組み合わせ数学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有限集合の数え上げを扱う数学。順列・組み合わせ・二項定理・包除原理が基本ツール。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順列 P(n,k)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n個からk個選んで並べる
P(n,k)=n!/(n-k)!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組み合わせ C(n,k)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n個からk個選ぶ
C(n,k)=n!/(k!(n-k)!)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二項定理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(x+y)^n=Σ C(n,k)x^k y^(n-k)
パスカルの三角形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包除原理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|A∪B|=|A|+|B|-|A∩B|
重複を引いて数える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