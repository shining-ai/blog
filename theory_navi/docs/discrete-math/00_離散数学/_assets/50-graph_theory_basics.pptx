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グラフ理論基礎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グラフG=(V,E): 頂点集合Vと辺集合Eからなる構造。有向グラフ・無向グラフ・重み付きグラフが基本形。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頂点（Vertex）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グラフのノード
次数: 接続している辺数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辺（Edge）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頂点を結ぶリンク
有向辺・無向辺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パス・サイクル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頂点の列（パス）
始点=終点ならサイクル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木（Tree）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連結かつ閉路のないグラフ
|E|=|V|-1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二部グラフ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V=A∪BでAA辺・BB辺なし
マッチング問題に重要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