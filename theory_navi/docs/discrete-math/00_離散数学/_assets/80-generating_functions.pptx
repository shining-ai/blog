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母関数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数列a_0,a_1,...の母関数: G(x)=Σa_n x^n。冪級数として数列の問題を代数的に解くための強力なツール。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通常型母関数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G(x)=Σ a_n x^n
加算・乗算で数列を操作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指数型母関数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E(x)=Σ a_n x^n/n!
順列計数に有効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フィボナッチ数列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F(x)=x/(1-x-x^2)
部分分数分解で閉形式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カタラン数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C_n=C(2n,n)/(n+1)
括弧の対応パターン数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