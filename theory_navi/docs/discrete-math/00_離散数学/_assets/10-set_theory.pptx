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集合論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集合とは対象の集まり。∈（属する）・⊆（部分集合）・∪（和集合）・∩（共通集合）・\（差集合）・A^c（補集合）が基本演算。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和集合 A∪B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A・Bどちらかに属する
全要素の集合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共通集合 A∩B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A・B両方に属する
要素の集合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差集合 A\B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Aに属しBに属さない
要素の集合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べき集合 P(A)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Aの全部分集合の集合
|A|=n → |P(A)|=2^n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