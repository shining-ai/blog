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帰納法と再帰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数学的帰納法: ①基底ケースP(0)を証明 ②P(k)→P(k+1)を証明 → 全n∈Nでイ成立。再帰: 関数が自分自身を呼び出す定義。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基底ケース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P(0)または P(1)を
直接証明する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帰納ステップ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P(k)を仮定して
P(k+1)を証明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強帰納法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P(0),...,P(k)全てを
仮定してP(k+1)を証明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再帰の実例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f(n)=n*f(n-1)
f(0)=1 (階乗)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