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数論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整数の性質を扱う数学の分野。最大公約数（GCD）・最小公倍数（LCM）・素数・合同式（mod）・オイラーのφ関数が基本概念。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ユークリッドの互除法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gcd(a,b)=gcd(b,a mod b)
対数時間で GCD を計算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素数・素因数分解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任意の整数は素数の
積として一意に分解可能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合同式 a≡b (mod 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 | (a-b) を意味する
暗号理論の基礎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フェルマーの小定理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p素数, p∤a のとき
a^(p-1)≡1 (mod 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