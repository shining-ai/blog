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命題論理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命題論理とは命題（真偽値を持つ文）を論理演算子で結合して新たな命題を作る形式的体系。P∧Q（AND）・P∨Q（OR）・¬P（NOT）・P→Q（含意）が基本演算子。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AND（∧）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P∧Q: 両方真のとき真
真理値表: T∧T=T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OR（∨）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P∨Q: どちらか真のとき真
真理値表: T∨F=T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NOT（¬）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¬P: 真偽を反転
¬T=F, ¬F=T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含意（→）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P→Q: PならばQ
P=T,Q=F のみ偽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0000" y="657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同値（↔）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P↔Q: 真偽が等しいとき真
XNOR演算と同義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