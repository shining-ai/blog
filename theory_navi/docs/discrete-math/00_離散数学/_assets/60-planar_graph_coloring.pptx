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平面グラフと彩色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平面グラフ: 辺の交差なしに平面に描けるグラフ。4色定理: 平面グラフは4色以下で隣接頂点を異なる色に彩色できる。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平面グラフ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交差なしに描けるグラフ
オイラー式: V-E+F=2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4色定理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平面地図は4色で
隣接地域を区別可能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彩色数χ(G)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隣接頂点を区別する
最小色数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クロマティック多項式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色数kでの彩色数を
計算する多項式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