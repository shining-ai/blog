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ハミング符号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ハミング符号: 1ビット誤りを検出・訂正できる線形符号。(7,4)ハミング符号は4情報ビットに3パリティビットを追加する。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パリティビット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k情報ビットに対し
r個のパリティビット追加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(7,4)ハミング符号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4情報 + 3パリティ
シンドロームで誤り位置特定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ハミング距離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2符号語の異なるビット数
d_min≥3で1ビット訂正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SECDED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Single Error Correct
Double Error Detect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