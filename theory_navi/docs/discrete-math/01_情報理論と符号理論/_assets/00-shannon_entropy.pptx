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シャノンエントロピー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シャノンエントロピー H(X)=-Σp(x)log₂p(x): 情報源の不確かさ・情報量の指標。一様分布で最大、確定分布で0となる。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エントロピーの定義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H(X)=-Σp(x)log₂p(x)
単位: ビット(bit)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最大エントロピー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一様分布のとき最大
H=log₂|X| ビット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最小エントロピー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確定分布（p=1）のとき0
情報の不確かさが0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自己情報量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I(x)=-log₂p(x)
稀な事象ほど情報量大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