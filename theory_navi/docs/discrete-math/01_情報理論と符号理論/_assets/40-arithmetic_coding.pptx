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算術符号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算術符号: 記号列全体を一つの実数区間[0,1)で表現する符号化。エントロピーに近い圧縮率を達成できる。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区間の細分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各シンボルが[0,1)を
確率に比例して分割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エンコード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記号列→対応区間の
代表値を出力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デコード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実数値→記号列に
逆変換して復元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圧縮率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エントロピーに非常に
近い圧縮率を達成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