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情報源符号化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情報源符号化定理（シャノン第1定理）: 平均符号長L≥H(X)。エントロピー以下の平均長では無損失圧縮不可能。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情報源符号化定理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L* ≥ H(X)
最小平均符号長=エントロピー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可変長符号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短い符号: 高確率記号
長い符号: 低確率記号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クラフトの不等式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Σ 2^(-l_i) ≤ 1
一意復号可能符号の条件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ハフマン符号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最適な可変長符号
貪欲法で構成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