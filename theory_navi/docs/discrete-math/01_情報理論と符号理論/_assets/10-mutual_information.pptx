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相互情報量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相互情報量 I(X;Y)=H(X)+H(Y)-H(X,Y): XとYが共有する情報量。通信路容量の最大化に使う。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相互情報量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I(X;Y)=H(X)-H(X|Y)
Xを知ったYの不確かさ減少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条件付きエントロピー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H(X|Y)=Σp(y)H(X|Y=y)
Yを知った後のXの不確かさ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KLダイバージェンス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D_KL(P||Q)=Σp(x)log(p/q)
分布間の非対称距離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通信路容量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C=max_{p(x)} I(X;Y)
誤りなし通信の最大速度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