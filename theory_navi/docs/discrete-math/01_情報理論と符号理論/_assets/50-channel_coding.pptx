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通信路符号化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通信路符号化定理（シャノン第2定理）: 通信路容量C以下のレートならば誤り率を0に近づけられる。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通信路容量C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C=max I(X;Y)
BSC: C=1-H(p)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誤り訂正符号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冗長ビット追加で
ノイズの影響を訂正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017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ブロック符号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k情報ビット→n符号語
符号化率R=k/n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シャノン限界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R&lt;Cなら信頼性通信可
シャノン定理の本質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