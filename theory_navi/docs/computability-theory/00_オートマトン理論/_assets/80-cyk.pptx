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CYKアルゴリズム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CYKアルゴリズム: チョムスキー標準形CFGの構文解析。動的計画法でO(n³|G|)時間。文字列がCFLに属するかを判定。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前処理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CFGをチョムスキー
標準形（CNF）に変換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DPテーブル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T[i][j]: 位置i~jの部分列を
生成できる変数の集合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充填規則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T[i][j] += A if
A→BC, B∈T[i][k], C∈T[k][j]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受理判定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S∈T[0][n-1] ならば
文字列wはCFGに属する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