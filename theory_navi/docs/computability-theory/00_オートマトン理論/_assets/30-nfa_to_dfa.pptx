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NFA→DFA変換（サブセット構成法）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サブセット構成法: NFAの状態集合のべき集合P(Q)をDFAの状態として使う。DFAの状態数は最大2^|Q|。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ε-closure計算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ε遷移で到達できる
状態集合をまとめる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サブセット状態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NFA状態集合{q1,q2}を
DFAの1状態として扱う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遷移の構成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各入力aについて
δ_DFA({S},a)=ε-closure(∪δ(s,a))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受理状態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NFAの受理状態を含む
サブセットがDFA受理状態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