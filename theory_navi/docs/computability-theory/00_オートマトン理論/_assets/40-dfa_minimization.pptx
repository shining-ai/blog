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DFA最小化（マイヒル-ネロード定理）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DFA最小化: 区別不能な状態をマージして最小状態DFAを得る。マイヒル-ネロード定理で最小DFAの一意性が保証される。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区別可能状態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ある入力で受理/非受理が
異なる状態ペア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テーブル充填法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{(受理,非受理)}をマーク
→達する状態ペアをマーク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等価クラス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区別不能な状態をまとめて
1状態にマージ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最小DFAの一意性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マイヒル-ネロード定理
正規言語の最小DFAは一意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