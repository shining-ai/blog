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ポンピング補題（CFL）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CFL版ポンピング補題: z=uvwxy に分解。v,xの繰り返しで非CFL言語の証明に使う。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補題の内容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CFL L, p: 定数
|z|≥p → z=uvwxyに分解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分解の条件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|vwx|≤p, |vx|≥1
uv^i wx^i y∈L (i≥0)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非CFL性の証明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z=a^p b^p c^p は
CFLでないことを証明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DFAとの違い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正規: uv^i w
CFL: uv^i wx^i 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