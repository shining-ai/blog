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非決定性有限オートマトン（NFA）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NFA: 遷移関数が複数の次状態を返す（δ:Q×Σ→P(Q)）。ε遷移も許可。任意のNFAは等価なDFAに変換可能。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非決定的遷移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1入力で複数の次状態
すべての可能性を並列探索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ε遷移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入力なしで状態遷移
ε-closure を使って処理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NFA受理条件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どれか1つの計算経路が
受理状態に到達すれば受理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DFAとの等価性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サブセット構成法で
等価なDFAに変換可能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