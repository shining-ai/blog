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決定性有限オートマトン（DFA）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DFA M=(Q,Σ,δ,q₀,F): 状態集合Q、入力アルファベットΣ、遷移関数δ:Q×Σ→Q、初期状態q₀、受理状態集合F。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状態（State）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有限個の状態Q
現在の計算コンテキスト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遷移関数δ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δ(q,a)=q'
状態+入力→次状態（決定的）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受理言語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F内の状態で終わる
入力文字列の集合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正規言語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DFAが受理する言語クラス
NFA, 正規表現と等価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