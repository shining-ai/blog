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文脈自由文法（CFG）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CFG G=(V,Σ,R,S): 変数V、終端記号Σ、生成規則R（A→α）、開始記号S。PDAと等価な記述力を持つ。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生成規則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A→α: 変数Aを文字列αに
書き換える規則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導出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 ⇒* w: 開始記号から
終端文字列wへの導出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解析木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導出過程を木構造で表現
構文解析の基礎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チョムスキー標準形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A→BC または A→a
CYKアルゴリズムの前提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