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正規表現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正規表現: ε（空文字列）・a（文字）・R|S（選択）・RS（連接）・R*（クリーネ閉包）で構成。DFA/NFAと等価な記述力。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基本演算子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a: 文字a
ε: 空文字列
∅: 空集合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選択 R|S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RまたはSにマッチ
NFAのε分岐に対応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連接 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RのあとSにマッチ
NFAの直列接続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クリーネ閉包 R*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Rを0回以上繰り返し
NFAのループに対応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