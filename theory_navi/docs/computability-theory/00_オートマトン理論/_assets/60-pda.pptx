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プッシュダウンオートマトン（PDA）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PDA: DFAにスタックを追加したオートマトン。文脈自由言語を受理する。スタックへのpush/popで無限の記憶を持つ。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スタック操作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push(a): スタックにaを積む
pop: 最上段を取り出す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遷移規則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(状態,入力,スタック上端)
→(次状態,スタック操作)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017A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受理条件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最終状態受理 or
空スタック受理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文脈自由言語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L={0^n 1^n}などを受理
DFAでは受理不能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