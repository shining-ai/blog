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ポンピング補題（正規言語）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正規言語のポンピング補題: 十分長い文字列zは z=uvw に分解でき、uv^i w (i≥0) も言語に属する。非正規性の証明に使う。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補題の内容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正規言語L, p: ポンピング長
|z|≥p → z=uvwに分解可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分解の条件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|uv|≤p, |v|≥1
uv^i w∈L (i≥0)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非正規性の証明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矛盾を導く: 0^p 1^p は
正規言語でないことを証明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証明の手順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1.z選択→2.全分解仮定
→3.i選択→4.矛盾導出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