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多テープTM・非決定性TM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多テープTM: 1テープTMと計算可能性は等価（時間的に多項式差）。非決定性TM: 並列に全可能性を探索するモデル。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多テープTM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k本のテープを持つTM
1テープTMをシミュレート可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非決定性TM（NTM）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各ステップで複数選択肢
一つでも受理なら受理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NDTMとDTMの関係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NDTMをDTMで
指数時間でシミュレート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計算量への影響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NP=NDTM多項式時間
P=DTM多項式時間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