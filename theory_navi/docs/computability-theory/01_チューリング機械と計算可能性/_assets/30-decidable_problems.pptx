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決定可能問題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決定可能（Decidable）: TM Mが全ての入力に対して停止し受理/拒否する言語。A_DFA, A_CFG等が代表的な決定可能問題。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決定可能（Decidable）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全入力に対して停止
受理/拒否を決定する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A_DFA問題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⟨M,w⟩: DFA Mがwを
受理するかの判定=決定可能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E_DFA問題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⟨M⟩: DFA Mの受理言語が
空かどうかの判定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A_CFG問題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⟨G,w⟩: CFG GがwをGenerate
するかの判定=決定可能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