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万能チューリング機械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万能TM U: TM Mの符号化⟨M⟩と入力wを受け取り、MのwでのシミュレーションをするTM。現代コンピュータの理論的基礎。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TM符号化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TM MをバイナリでエンコードしてUの入力とする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万能TM 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⟨M,w⟩を受け取り
Mのwでの動作を再現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現代コンピュータとの対応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プログラム=TM符号化
CPU=万能TM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停止問題への含意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Uが停止するかどうかは
決定不可能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