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ラムダ計算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ラムダ計算（λ-calculus）: 変数・λ抽象・関数適用のみからなる計算モデル。チューリング完全でチャーチ-チューリングテーゼに等価。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λ抽象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λx.t: 変数xを引数とする
関数の定義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β簡約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(λx.t)s → t[x:=s]
関数適用=引数代入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チャーチ数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0=λfx.x, 1=λfx.fx
自然数のλ表現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Yコンビネータ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Y=λf.(λx.f(xx))(λx.f(xx))
再帰の不動点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