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帰着（Reduction）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帰着（Reduction）: 問題AをBに帰着することでAのアルゴリズムをBのアルゴリズムに変換。計算不可能性の証明に使う。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マッピング帰着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f: A≤_m B
計算可能関数fで変換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決定可能への帰着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B決定可能 + A≤_m B
→ Aも決定可能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不決定可能への帰着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A不決定可能 + A≤_m B
→ Bも不決定可能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ATMからの帰着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A_TM ≤_m HALT ≤_m ...
多くの問題が不決定可能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