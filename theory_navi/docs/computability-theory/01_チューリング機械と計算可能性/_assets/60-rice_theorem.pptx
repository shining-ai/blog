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ライスの定理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ライスの定理: TMが計算する関数の非自明な性質は全て決定不可能。コンパイラによる完全な静的解析の限界を示す。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非自明な性質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一部のTMが持ち一部が持たない
関数的性質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定理の内容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TM Mの計算する言語の
非自明な性質は決定不可能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実例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『TMが偶数長の文字列を受理
するか』は決定不可能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工学的含意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完全なウイルス検知・
停止保証は原理的に不可能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