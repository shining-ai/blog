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チューリング機械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チューリング機械: テープ・ヘッド・有限制御部からなる計算モデル。δ(q,a)=(q',b,L/R): 状態q, テープ記号aから遷移。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テープ（Tape）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無限長の記録媒体
1マス=1記号を格納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ヘッド（Head）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現在位置の読み書き
左右に移動可能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遷移関数δ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(状態,記号)→(次状態,
書込記号,移動方向)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受理・拒否状態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q_accept: 受理停止
q_reject: 拒否停止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