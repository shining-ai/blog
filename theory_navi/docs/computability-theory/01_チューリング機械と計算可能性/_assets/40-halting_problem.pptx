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停止問題（Halting Problem）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停止問題 HALT: TM MがwでHaltするかの判定は決定不可能。チューリングが対角線論法で1936年に証明。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停止問題の定義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HALT={⟨M,w⟩|MはwでHalt}
決定するTMは存在しない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対角線論法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H_detects(H)の動作を
自己参照して矛盾を導く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認識可能性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A_TM は認識可能だが
決定不可能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帰着の意味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X が決定不可能→
Xに帰着できる問題も不可能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