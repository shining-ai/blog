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計算量の基礎（O記法）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時間計算量T(n): 入力サイズnに対するステップ数。O記法: f(n)=O(g(n)) ⟺ ∃c,n₀: n≥n₀ → f(n)≤cg(n)。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O記法（上界）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f(n)=O(g(n))
最悪時間の上限を表す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Ω記法（下界）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f(n)=Ω(g(n))
最悪時間の下限を表す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Θ記法（tight）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f(n)=Θ(g(n))
O∩Ωで厳密な増加率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主な計算量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O(1)&lt;O(log n)&lt;O(n)
&lt;O(n log n)&lt;O(n²)&lt;O(2^n)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