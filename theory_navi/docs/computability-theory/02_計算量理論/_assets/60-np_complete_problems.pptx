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NP完全問題の例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カープの21問題（1972）: 有名なNP完全問題群。3-SAT・独立集合・頂点被覆・部分和・Hamilton閉路など。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3-SAT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3変数節のSAT
SATからの帰着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独立集合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隣接しない頂点集合
3-SATから帰着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頂点被覆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全辺をカバーする頂点集合
独立集合の補題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部分和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S⊆Xで∑S=t となるXの判定
整数ナップサック問題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Hamilton閉路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全頂点を一度訪れる閉路
TSPの特殊ケース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