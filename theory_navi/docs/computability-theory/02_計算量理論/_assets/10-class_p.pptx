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クラスP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クラスP: 決定性TMで多項式時間O(n^k)で解ける問題。現実的に効率よく解ける問題の集合。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クラスPの定義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決定性TM, 多項式時間
O(n^k)で解ける問題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代表問題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最短路(Dijkstra O(E log V))
ソート O(n log 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2-SAT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2変数節のSATはP
DFS系アルゴリズムで解決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素数判定（AKS）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2002年に多項式時間判定
が証明された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