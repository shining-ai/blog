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NP困難・NP完全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NP困難: 全てのNP問題が多項式時間帰着できる問題。NP完全=NP困難∩NP。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NP困難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全NP問題から
多項式時間帰着できる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NP完全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NP困難 かつ NP に属する
最も難しいNP問題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帰着の意味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 ≤_p B: AをBに
多項式時間で変換可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階層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 ⊆ NP ⊆ NP-hard
NP-complete=NP∩NP-hard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