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P≠NP問題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P≠NP問題: コンピュータ科学最大の未解決問題。P=NPなら全てのNP問題が効率的に解けるが、ほぼ全ての研究者はP≠NPを信じる。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P=NP仮説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もしP=NP なら
全NP問題が多項式時間で解ける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P≠NP仮説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ほぼ全研究者の信念
証明は未だに存在せず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ミレニアム賞問題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Clay研究所の7問題の1つ
100万ドルの懸賞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影響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RSA暗号はP≠NPに依存
P=NPなら公開鍵暗号崩壊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