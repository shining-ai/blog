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乱択アルゴリズム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乱択アルゴリズム: 乱数を使うアルゴリズム。BPP（両側誤り）・RP（片側誤り）・ZPP（ゼロ誤り）が主要クラス。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BPP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Bounded-error PP
2/3確率で正解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Randomized P
受理は常に正解
拒否は1/2以下の誤り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ZPP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Zero-error PP
常に正解・無限時間可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Miller-Rabin素数判定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確率的素数判定法
誤り確率4^-k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