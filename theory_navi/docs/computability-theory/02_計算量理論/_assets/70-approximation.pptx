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近似アルゴリズム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近似アルゴリズム: NP困難問題に対して最適解のρ倍以内の解を多項式時間で求める。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近似比ρ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ALG/OPT ≤ ρ
最適解との比率の保証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頂点被覆2-近似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最大マッチングから
2倍近似を構成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TSP近似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メトリックTSP: Christofides法
3/2-近似アルゴリズム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FPTアルゴリズム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パラメータkに対して
f(k)・n^c 時間で解く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