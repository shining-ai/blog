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PSPACE・EXP クラス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PSPACE: 多項式空間で解ける問題。EXP: 指数時間で解ける問題。P⊆NP⊆PSPACE⊆EXP が知られている。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多項式メモリO(n^k)で
解ける問題クラス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PSPACE完全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TQBF（量化ブール式）が
PSPACE完全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指数時間O(2^n^k)で
解ける問題クラス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クラス階層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P⊆NP⊆PSPACE⊆EXP
少なくとも1つは真の包含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