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クラスNP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クラスNP: 非決定性TMで多項式時間で解ける問題、または候補解を多項式時間で検証できる問題。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NP定義（検証器）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証明書cを多項式時間で
検証できる問題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NP定義（NDTM）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非決定性TMで
多項式時間で受理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SAT問題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命題論理式の充足可能性
NPの典型問題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ハミルトン閉路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全頂点を一度訪れる
閉路の存在判定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