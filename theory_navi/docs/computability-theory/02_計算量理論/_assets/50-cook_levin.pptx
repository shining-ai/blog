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クック・レビン定理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クック・レビン定理（1971）: SAT（充足可能性問題）はNP完全。最初のNP完全性証明。全NP問題をSATに多項式帰着できる。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定理の内容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SATはNP完全
全NPはSATに帰着可能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証明のアイデア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NDTMの計算配置表を
SATの節に符号化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SATの定義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命題変数への真偽割当
で式を充足できるか？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歴史的意義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最初のNP完全性証明
Karpの21問題の出発点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