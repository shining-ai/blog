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シェーダとは・GLSL の基本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シェーダはGPU上で実行される小プログラムで、頂点の変換やピクセルの色計算をプログラマブルに制御する。OpenGL Shading Language（GLSL）はC言語に似た構文を持ち、頂点シェーダとフラグメントシェーダが基本となる。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シェーダの種類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頂点シェーダ（VS）
フラグメントシェーダ（FS）
ジオメトリシェーダ
コンピュートシェーダ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GLSL基本構文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vec2/vec3/vec4型
mat3/mat4行列型
sampler2Dテクスチャ
uniform/in/out変数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組み込み変数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gl_Position（VS出力）
gl_FragColor（FS出力）
gl_FragCoord（画面座標）
gl_VertexID/InstanceID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シェーダパイプライン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ソースコード→コンパイル
VS+FS→プログラムリンク
uniform変数でCPU連携
VAO/VBOでデータ転送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