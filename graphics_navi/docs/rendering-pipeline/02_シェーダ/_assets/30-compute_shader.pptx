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コンピュートシェーダ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描画目的以外のGPU 汎用計算を行うシェーダ。パーティクル・カリング・ポストプロセス・AIに活用される。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実行モデル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ワークグループ×スレッドの2レベル並列。gl_GlobalInvocationIDで担当データを特定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共有メモリ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ワークグループ内スレッドで共有できる高速メモリ。プレフィックスサム・ソートの最適化に活用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活用例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GPUパーティクル・オクルージョンカリング・ブルーム・深度被写界深度・ニューラルネットワーク推論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