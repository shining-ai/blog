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シェーダによるポストエフェクト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レンダリング後の画像全体にエフェクトを掛けるフルスクリーンシェーダ技術。映画的なビジュアル品質を実現する。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ブルームエフェクト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輝度の高いピクセルを抽出・ブラー・合成。HDRレンダリングと組み合わせてグロー感を表現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DOF (被写界深度)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フォーカス距離に応じてボカし写真のような奥行きを演出。Bokehカーネルでリアルなボケ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色調補正・トーンマッピング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HDRからSDRへの変換(ACES Filmic)・カラーグレーディング・SSAO・Fog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