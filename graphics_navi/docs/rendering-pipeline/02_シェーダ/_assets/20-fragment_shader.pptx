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フラグメントシェーダの実装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各ピクセルの最終色を計算するGPUプログラム。テクスチャサンプリング・照明・法線マッピングを実装する。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テクスチャサンプリング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texture(sampler2D, uv)でテクスチャ色を取得。複数テクスチャを組み合わせて素材を表現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Phong 照明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ambient + diffuse(N·L) + specular(R·V)^shininess。単純だが効果的な経験的照明モデル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出力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fragColor = vec4(finalColor, alpha)。複数レンダーターゲットへの出力(MRT)も可能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