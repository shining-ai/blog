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頂点シェーダの実装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GPUで各頂点に対して並列実行されるプログラム。MVP変換・法線変換・テクスチャ座標の変換を実装する。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入力・出力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in: 位置・法線・UV・接線。out: クリップ座標(gl_Position)・フラグメントへ渡す属性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MVP 変換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gl_Position = projection * view * model * vec4(position, 1.0)。各行列をUniformで渡す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法線変換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法線は位置と異なる変換が必要。mat3(transpose(inverse(model)))*normal でスケール対応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