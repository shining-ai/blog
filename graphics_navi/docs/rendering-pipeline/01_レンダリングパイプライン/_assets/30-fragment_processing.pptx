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フラグメント処理と深度テスト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各ピクセルの色を決定するフラグメント処理。深度バッファ(Zバッファ)で前後関係を正しく解決する。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フラグメントシェーダ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テクスチャサンプリング・照明計算・法線マッピングで最終的なピクセル色を計算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深度テスト(Zバッファ)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各ピクセルのZ値を比較して遠い面を破棄。Early-Z/HiZで描画前にカリング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ステンシルテスト・アルファブレンディング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マスク効果・半透明オブジェクト。アルファソーティングが不要なOIT手法も存在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