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ラスタライゼーション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三角形などのプリミティブをピクセルに変換する処理。エッジ方程式でどのピクセルが三角形の内部かを判定する。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エッジ方程式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三角形の3辺に対して点が内側かを符号で判定。並列化に適したアルゴリズム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補間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頂点属性(色・UV・法線)を三角形内で重心座標(バリセントリック)で線形補間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バックフェースカリング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視点から見て裏向きの面を描画しない最適化。法線とビュー方向の内積で判定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