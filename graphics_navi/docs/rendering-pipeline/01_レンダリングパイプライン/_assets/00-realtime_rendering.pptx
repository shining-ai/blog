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リアルタイムレンダリングの概要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ゲームやインタラクティブアプリケーションで毎秒60フレーム以上を描画するための技術体系。GPUが中心的役割を担う。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ラスタライゼーションパイプライン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頂点処理→ラスタライズ→フラグメント処理の固定パイプライン。GPUのシェーダで各段を制御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リアルタイムの制約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30/60/90/120fpsで3D シーンを描画。バジェット管理(16ms/8ms)が最重要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レイトレーシングとの比較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ラスタライズは近似的だが高速。RTX でリアルタイムRTが可能になりつつある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