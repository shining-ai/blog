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アンチエイリアシング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ジャギーと呼ばれる階段状のエイリアシングを除去する技術。MSAA・FXAA・TAA・DLSSなどが現代で使用される。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MSAA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各ピクセルを複数サブサンプルで評価。エッジ品質が高い。メモリ消費が増加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FXAA・SMAA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ポストプロセスで画像のエッジを検出してブラー。低コストだが細部がボケる場合あり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TAA・DLSS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時間方向の複数フレームを統合。DLSSはAIでアップスケールしつつAAを実現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