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テクスチャマッピングとサンプリング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3Dメッシュの表面に2Dテクスチャ画像を貼り付ける技術。UV座標とサンプリングフィルタで品質を制御する。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UV マッピング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3D頂点に(u,v)座標を割り当てて2Dテクスチャと対応。UV展開でメッシュを平面に展開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サンプリングフィルタ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Nearest(高速・粗い)・Bilinear(滑らか)・Trilinear(Mipmap間補間)の3種類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Mipmap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解像度別のテクスチャ階層。縮小描画時にエイリアシングを防止。1/3のVRAMオーバーヘッド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