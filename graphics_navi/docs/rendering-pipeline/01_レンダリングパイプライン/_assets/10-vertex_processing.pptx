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頂点処理とプリミティブ組み立て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GPUパイプラインの第1段階。頂点シェーダで頂点変換を行い、プリミティブ(三角形)に組み立てる。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頂点シェーダ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各頂点に対してMVP変換・照明計算・テクスチャ座標変換をGPUで並列実行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プリミティブ組み立て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頂点をTriangle/Line/Point プリミティブに組み立て。Index Bufferで頂点を再利用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テッセレーション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細分化シェーダで少数の制御点から滑らかな曲面を生成。LODに応じてポリゴン数を調整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