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物理ベースレンダリング（PBR）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実際の物理的な光の振る舞いに基づく照明モデル。金属性・粗さ・アルベドで素材を直感的に定義できる。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マイクロファセット理論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表面は微細な鏡から構成される。粗さ(Roughness)でマイクロファセットの分布を制御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金属ワークフロー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Albedo・Metalness・Roughnessの3パラメータ。金属は鏡面反射が色付き・誘電体は白いスペキュラ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エネルギー保存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反射+拡散反射のエネルギーが入射光を超えない制約。Fresnel方程式でその比率を決定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