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影の生成（シャドウマッピング）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光源視点でシーンを描画してデプスマップを作成し、メインパスで影を判定するリアルタイム影生成技術。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シャドウマップ生成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光源からシーンを描画してデプスバッファを保存。各フラグメントの光源からの深度を記録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影の判定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フラグメントを光源空間に変換してシャドウマップと深度比較。シャドウアクネをbias で軽減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PCF・PCSS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Percentage Closer Filtering でソフトシャドウ。PCSS でランダムサイズのソフトエッジ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