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グローバルイルミネーション概要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光の間接照明・反射・屈折を含む物理的に正確な照明計算。ラジオシティ・パストレーシング・プローブが手法。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レンダリング方程式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Lo(x,ωo) = Le + ∫Li(x,ωi)f(ωi,ωo)(ωi·n)dωi。全ての光の相互作用を記述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ライトプローブ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事前計算した環境照明を球面調和関数やキューブマップで表現。動的環境に配置して使用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Lumen/DDGI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UE5のLumenやNVIDIA DDGIでリアルタイムGIを動的に計算。プローブの動的更新で実現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