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フォン反射モデル（アンビエント・ディフューズ・スペキュラ）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古典的な経験的照明モデル。環境光・拡散反射・鏡面反射の3成分で光沢を持つ物体を近似的に表現する。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アンビエント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間接照明の近似。定数値で全体を均一に明るくする。環境光遮蔽(AO)で精度向上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ディフューズ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ランバート拡散反射。面法線と光方向の内積(N·L)に比例。表面全方向に均等に散乱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スペキュラ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反射光による光沢。(R·V)^shininess。Blinn-Phong はH·N で計算コスト削減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