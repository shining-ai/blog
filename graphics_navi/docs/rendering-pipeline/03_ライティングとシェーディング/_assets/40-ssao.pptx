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アンビエントオクルージョン（SSAO）</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くぼみや角など光が届きにくい部分を暗くして立体感を演出するスクリーンスペースのポストエフェクト。</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SSAO の原理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各ピクセル周辺のデプス値をサンプリングして遮蔽率を計算。デプス・法線バッファを使用</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サンプルカーネル</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半球状にランダムサンプルを配置。法線に沿ってカーネルを向けて周囲の遮蔽を推定</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ブラーとの組み合わせ</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AOテクスチャにGaussian/Bilateral Blurを適用してノイズを除去。Albedoと乗算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