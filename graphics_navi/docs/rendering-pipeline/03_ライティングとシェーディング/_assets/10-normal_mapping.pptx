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法線マッピング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低解像度メッシュに高解像度の法線情報を付与して、ポリゴン数を増やさずに細かな凹凸感を表現する技術。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法線マップ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RGB テクスチャに法線のXYZを格納(接線空間)。青みがかった見た目が特徴的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接線空間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メッシュ表面に沿った座標系(TBN行列)。法線マップの値をワールド空間に変換して使用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バンプマッピングとの違い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バンプは1チャンネルの高さから法線を計算。法線マップは事前計算された法線を直接格納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