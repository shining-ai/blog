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ベクトル演算（内積・外積）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3Dグラフィックスの数学的基盤。ベクトルの内積と外積は照明・法線・衝突判定など至るところで使われる。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内積 (Dot Product)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a·b = |a||b|cosθ。2ベクトル間の角度・投影・光の反射角計算に使用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外積 (Cross Product)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a×b = |a||b|sinθ·n。2ベクトルに垂直なベクトルを生成。面法線・回転軸の計算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正規化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単位ベクトルv/|v|。照明計算では法線・視点・光方向ベクトルを正規化して使用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