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同次座標とアフィン変換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4次元に拡張した同次座標を使うことで平行移動・射影変換も行列乗算として統一的に表現できる。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同次座標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(x,y,z,w)でwが1なら点、0なら方向ベクトル。透視投影でwを使って除算(w除算)を実現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アフィン変換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線形変換(回転・スケール・せん断) + 平行移動の合成。直線と平行性を保持する変換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行列の合成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T×R×S の順で変換を合成。右から左に適用。各変換を個別に管理して柔軟に組み合わせ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