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行列と変換（スケール・回転・平行移動）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3Dオブジェクトの変換を行列で表現する。スケール・回転・平行移動を行列の乗算で合成できる。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スケール行列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対角成分に拡大率を設定。非一様スケールは法線変換に逆転置行列が必要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回転行列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各軸周りの回転をcos/sinで定義。Rx・Ry・Rzの合成で任意軸回転。ジンバルロックに注意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平行移動行列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4×4同次座標で平行移動を行列乗算として表現。3×3ではベクトル加算が必要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