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クォータニオンと回転の補間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回転を4次元複素数で表現する数学的構造。ジンバルロックを回避しSLERPで滑らかな回転補間が可能。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クォータニオンの表現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q = w + xi + yj + zk。単位クォータニオンq = cos(θ/2) + sin(θ/2)·(回転軸)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ジンバルロック回避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回転軸を合成する際の自由度消失問題を回避。3D アニメーションの標準的な回転表現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SLERP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Spherical Linear Interpolation。2つのクォータニオン間を球面上で均一速度で補間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