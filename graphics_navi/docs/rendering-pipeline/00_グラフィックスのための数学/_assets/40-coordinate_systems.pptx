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座標系の変換（モデル→ワールド→カメラ→クリップ）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3Dオブジェクトが画面に表示されるまでの座標変換パイプライン。各空間の役割と変換行列を理解する。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モデル→ワールド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Model行列(SRT)でオブジェクトをワールド空間に配置。各オブジェクトに固有の変換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ワールド→カメラ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View行列でカメラから見た座標系に変換。lookAt関数でカメラの位置・向き・上方向を指定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カメラ→クリップ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Projection行列で透視・正投影変換。透視投影はFOV・アスペクト比・near/farを指定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