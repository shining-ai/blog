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Metal / DirectX 12 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Apple のMetal と Microsoft のDX12 はVulkanと同世代の低レベルグラフィックスAPI。プラットフォーム固有の最適化が可能。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AppleのGPU API。iOS/macOS/tvOS全デバイスで動作。Swift/Obj-CネイティブでApple Silicon最適化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DirectX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WindowsとXbox向けのMicrosoft最新API。Variable Rate Shading・DXR・Mesh Shadersを提供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高レベルフレームワーク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Direct3D 12の複雑さを抽象化するD3D12MA・NVIDIA NsightなどのSDKで生産性向上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