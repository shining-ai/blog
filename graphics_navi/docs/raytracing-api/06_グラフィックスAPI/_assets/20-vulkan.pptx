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Vulkan の設計思想（明示的制御）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GPU制御を完全に開発者に委ねる次世代グラフィックスAPI。明示的なメモリ管理・コマンドバッファで最大性能を引き出す。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明示的制御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メモリアロケーション・同期・リソース遷移・コマンドバッファを全て手動で管理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描画フロー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CommandBuffer に描画コマンドを記録→Queue に提出→GPUが非同期実行→同期はSemaphore/Fence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最適化のメリット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ドライバオーバーヘッドを排除・マルチスレッドコマンド記録・明示的なパイプラインキャッシュ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