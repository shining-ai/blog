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WebGL によるブラウザレンダリング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ブラウザでOpenGL ES 2.0/3.0をCanvasから利用するJavaScript API。Three.jsなどのライブラリで抽象化して使用する。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WebGL の仕組み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Canvasを通じてGPUコマンドを送信。JavaScriptのArrayBufferで頂点データを管理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GLSL シェーダ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文字列でシェーダを記述してコンパイル。精度修飾子・gl_Positionなどの組み込み変数を使用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Three.js・Babylon.js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WebGLの複雑さを抽象化。PBR素材・物理シミュレーション・VR/ARをサポート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