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OpenGL の概要と歴史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1992年から続くクロスプラットフォームの標準グラフィックスAPI。ステートマシンベースの設計でGPUを制御する。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OpenGL の歴史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1.0(固定機能)→2.0(シェーダ)→3.3(コアプロファイル)→4.6(最新)。GL ES がモバイル向け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ステートマシン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グローバルな状態をbind/unbindで切り替え。テクスチャユニット・VAO・FBOを管理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OpenGLの課題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ドライバのオーバーヘッドが大きい・マルチスレッド対応が難しい→Vulkan/Metal/DX12へ移行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