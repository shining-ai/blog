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反射・屈折・影の計算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レイトレーシングで物理的に正確な反射・屈折・ハードシャドウを計算する方法。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鏡面反射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 = D - 2(D·N)N で反射方向を計算。フレネル項で反射率を物理的に決定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屈折(スネルの法則)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n1 sinθ1 = n2 sinθ2。ガラス・水の透過レイをスネルの法則で方向計算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シャドウレイ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交点から光源へシャドウレイを飛ばし遮蔽があれば影。ソフトシャドウはエリアライトで実現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