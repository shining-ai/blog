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BVH（バウンディングボリューム階層）による高速化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シーンの全ポリゴンを階層的に包む境界ボックスツリーで、レイとの交差計算を O(log N) に削減する。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BVH の構造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葉ノードが三角形、内部ノードがAABBを保持する二分木。SAHで最適な分割を選択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SAH (Surface Area Heuristic)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分割コストを表面積で推定して最小化する分割基準。BVH品質の向上に重要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GPU BVH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HLBVH・LBVH でGPU上でリアルタイムに再構築。動的シーン対応のリアルタイムレイトレーシングに不可欠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