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レイトレーシングの基礎（レイキャスティング）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視点からレイを飛ばしてシーンとの交差を計算する物理的に正確なレンダリング手法。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レイの定義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原点+方向ベクトル。R(t) = O + tD。各ピクセルに対してカメラから1本以上のレイを生成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交差判定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球・三角形・AABB など形状ごとにレイとの交点を解析的に計算。t&gt;0の最小値が最近傍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反射・屈折レイ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交点でスネルの法則・反射公式から二次レイを生成。再帰的に追跡して正確な照明を計算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