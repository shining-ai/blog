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パストレーシングとモンテカルロ法</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レンダリング方程式をモンテカルロ積分で数値的に解くアルゴリズム。多数のサンプルで収束する物理的に正確な手法。</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モンテカルロ積分</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ランダムサンプリングで積分を近似。N→∞で真の値に収束。収束速度はO(1/√N)</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重点的サンプリング</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PDFに沿ったサンプリングでNEE・MIS・BSDFサンプリングを使用。分散を大幅に削減</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ノイズ除去</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AI デノイザー(OptiX AI Denoiser・Intel OIDN)でサンプル数を削減。ゲームのDXRで活用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