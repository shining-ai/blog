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GPU レイトレーシング（DXR・Vulkan Ray Tracing）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RTXによりハードウェアアクセラレーションされたGPUレイトレーシング。BVH構築とレイ-BVAH交差にRT Coreを使用。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DXR (DirectX Raytracing)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BLAS(底部)・TLAS(上部)の2レベルAS。RayGeneration・Closest Hit・Missシェーダ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RT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Turing以降のNVIDIA GPUのRT Core。BVHトラバーサルと交差判定をFP32 CUDAから独立して実行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ハイブリッドレンダリング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ラスタライズで一次視線・RT で影・反射・AOのみを計算。現実的なリアルタイムRTパイプライン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