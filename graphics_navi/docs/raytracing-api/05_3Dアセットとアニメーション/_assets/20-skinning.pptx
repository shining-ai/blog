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スキニングとボーンアニメーション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スケルトン(骨格)に頂点を追従させてキャラクターアニメーションを実現する技術。GPUスキニングが標準。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ボーンとスケルトン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階層的な骨格構造。各ボーンにBindPose・インバースバインドポーズ行列を保持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ウェイト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各頂点が最大4つのボーンに影響される重みを持つ。SkinningMatrices = Bone * InvBind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GPUスキニング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頂点シェーダで変換行列を適用。joint indices・weightsを頂点属性としてGPUに渡す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