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UV マッピングとテクスチャアトラス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3Dメッシュをテクスチャ座標(UV)に展開する技術。アトラスで複数メッシュのテクスチャを1枚にまとめる。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UV 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メッシュを切り開いて平面に展開。シームを適切に配置して歪みを最小化するアート作業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テクスチャアトラス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複数オブジェクトのテクスチャを1枚の大きなテクスチャに詰め込む。ドローコール削減・メモリ効率化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Lightmap UV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影焼き付け用の別UVチャンネル。UV間のオーバーラップなし・十分なパディングが重要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