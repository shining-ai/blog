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glTF フォーマット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Khronosが策定した3Dアセットの業界標準フォーマット。PBR素材・アニメーション・スキンを効率的にGPUに渡せる。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JSON + バイナリ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.gltf(JSON)+.bin(バイナリ)または.glb(単一バイナリ)。GPU直接送信可能なバイナリ配列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PBR 素材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metallic-roughnessワークフローを標準サポート。baseColorTexture・metallicRoughness・normalMap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アニメーション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スケルトンアニメーション・モーフターゲット・カメラアニメーションをシーングラフで記述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