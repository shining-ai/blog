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ポリゴンメッシュの表現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3Dオブジェクトを三角形ポリゴンの集合で表現するデータ構造。頂点バッファ・インデックスバッファが基本。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頂点バッファ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各頂点の位置・法線・UV・タンジェント・ウェイトなど属性を格納するGPUバッファ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インデックスバッファ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頂点の再利用を可能にするインデックスリスト。3つのインデックスで1三角形を定義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ハーフエッジ構造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隣接関係を高速に辿れるメッシュデータ構造。スムーズシェーディング・サブディビジョン処理に使用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