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探索的データ分析（EDA）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  <a:latin typeface="Meiryo UI"/>
              </a:rPr>
              <a:t>Exploratory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20000"/>
            <a:ext cx="21290400" cy="54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5200" y="2052000"/>
            <a:ext cx="4320000" cy="396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3200" y="2124000"/>
            <a:ext cx="648000" cy="648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200" y="2142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200" y="2160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13CA6"/>
                </a:solidFill>
                <a:latin typeface="Meiryo UI"/>
              </a:rPr>
              <a:t>データ確認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7200" y="2448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Data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200" y="2772000"/>
            <a:ext cx="4176000" cy="288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200" y="2844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200" y="2898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df.shape → 行数・列数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200" y="3420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200" y="3474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df.dtypes → データ型確認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200" y="3996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200" y="4050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df.head() → 先頭行表示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200" y="4572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200" y="4626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df.info() → 基本情報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200" y="5364000"/>
            <a:ext cx="4104000" cy="54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200" y="5382000"/>
            <a:ext cx="410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→ データの
全体像把握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75200.0" y="4032000.0"/>
            <a:ext cx="90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875200" y="2052000"/>
            <a:ext cx="4320000" cy="396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3200" y="2124000"/>
            <a:ext cx="648000" cy="648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3200" y="2142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200" y="2160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6AC9"/>
                </a:solidFill>
                <a:latin typeface="Meiryo UI"/>
              </a:rPr>
              <a:t>分布確認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200" y="2448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Distribution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7200" y="2772000"/>
            <a:ext cx="4176000" cy="288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3200" y="2844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5200" y="2898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df.describe() → 統計量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3200" y="3420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55200" y="3474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ヒストグラム描画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3200" y="3996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55200" y="4050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歪度・尖度の確認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3200" y="4572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5200" y="4626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正規性検定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3200" y="5364000"/>
            <a:ext cx="4104000" cy="540000"/>
          </a:xfrm>
          <a:prstGeom prst="rect">
            <a:avLst/>
          </a:prstGeom>
          <a:solidFill>
            <a:srgbClr val="026AC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3200" y="5382000"/>
            <a:ext cx="410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→ 各変数の
分布形状把握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195200.0" y="4032000.0"/>
            <a:ext cx="90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1095200" y="2052000"/>
            <a:ext cx="4320000" cy="396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01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03200" y="2124000"/>
            <a:ext cx="648000" cy="648000"/>
          </a:xfrm>
          <a:prstGeom prst="rect">
            <a:avLst/>
          </a:prstGeom>
          <a:solidFill>
            <a:srgbClr val="018AC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03200" y="2142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0" y="2160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18AC8"/>
                </a:solidFill>
                <a:latin typeface="Meiryo UI"/>
              </a:rPr>
              <a:t>相関分析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0" y="2448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Correlation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67200" y="2772000"/>
            <a:ext cx="4176000" cy="28800"/>
          </a:xfrm>
          <a:prstGeom prst="rect">
            <a:avLst/>
          </a:prstGeom>
          <a:solidFill>
            <a:srgbClr val="018AC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203200" y="2844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75200" y="2898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相関行列 (corr())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203200" y="3420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75200" y="3474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ヒートマップ描画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203200" y="3996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275200" y="4050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散布図行列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203200" y="4572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275200" y="4626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多重共線性確認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203200" y="5364000"/>
            <a:ext cx="4104000" cy="540000"/>
          </a:xfrm>
          <a:prstGeom prst="rect">
            <a:avLst/>
          </a:prstGeom>
          <a:solidFill>
            <a:srgbClr val="018AC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203200" y="5382000"/>
            <a:ext cx="410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→ 変数間の
関係性把握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5415200.0" y="4032000.0"/>
            <a:ext cx="900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6315200" y="2052000"/>
            <a:ext cx="4320000" cy="3960000"/>
          </a:xfrm>
          <a:prstGeom prst="rect">
            <a:avLst/>
          </a:prstGeom>
          <a:solidFill>
            <a:srgbClr val="F3FAFE"/>
          </a:solidFill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6423200" y="2124000"/>
            <a:ext cx="648000" cy="648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423200" y="2142000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107200" y="2160000"/>
            <a:ext cx="34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0000"/>
                </a:solidFill>
                <a:latin typeface="Meiryo UI"/>
              </a:rPr>
              <a:t>外れ値検出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107200" y="2448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 UI"/>
              </a:rPr>
              <a:t>Outlier Detection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387200" y="2772000"/>
            <a:ext cx="4176000" cy="288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6423200" y="2844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495200" y="2898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箱ひげ図描画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423200" y="3420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495200" y="3474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IQR法による検出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423200" y="3996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495200" y="4050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3σルール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6423200" y="4572000"/>
            <a:ext cx="4104000" cy="50399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495200" y="4626000"/>
            <a:ext cx="39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Meiryo UI"/>
              </a:rPr>
              <a:t>▸ 散布図による確認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423200" y="5364000"/>
            <a:ext cx="4104000" cy="540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423200" y="5382000"/>
            <a:ext cx="410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</a:rPr>
              <a:t>→ 異常値・
外れ値の発見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0000" y="6228000"/>
            <a:ext cx="20210400" cy="56016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0000" y="6282000"/>
            <a:ext cx="1800000" cy="54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 UI"/>
              </a:rPr>
              <a:t>主要ツール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20000" y="6300000"/>
            <a:ext cx="3574080" cy="5457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20000" y="6318000"/>
            <a:ext cx="3574080" cy="542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Pandas (データ操作)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66080" y="6300000"/>
            <a:ext cx="3574080" cy="5457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66080" y="6318000"/>
            <a:ext cx="3574080" cy="542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Matplotlib (可視化)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12160" y="6300000"/>
            <a:ext cx="3574080" cy="5457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812160" y="6318000"/>
            <a:ext cx="3574080" cy="542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Seaborn (統計可視化)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458240" y="6300000"/>
            <a:ext cx="3574080" cy="5457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458240" y="6318000"/>
            <a:ext cx="3574080" cy="542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Plotly (インタラクティブ)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104320" y="6300000"/>
            <a:ext cx="3574080" cy="5457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7104320" y="6318000"/>
            <a:ext cx="3574080" cy="542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13CA6"/>
                </a:solidFill>
                <a:latin typeface="Meiryo UI"/>
              </a:rPr>
              <a:t>ydata-profiling (自動EDAレポート)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