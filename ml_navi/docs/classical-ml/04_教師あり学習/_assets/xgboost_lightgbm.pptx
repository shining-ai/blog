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XGBoost vs LightGBM — 比較表と木の成長戦略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20210400" cy="50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20210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XGBoost vs LightGBM 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2088000"/>
            <a:ext cx="3888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88000"/>
            <a:ext cx="38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2088000"/>
            <a:ext cx="5868000" cy="5400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0000" y="2088000"/>
            <a:ext cx="58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60000" y="2088000"/>
            <a:ext cx="5328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0000" y="2088000"/>
            <a:ext cx="53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40000" y="2088000"/>
            <a:ext cx="4248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40000" y="2088000"/>
            <a:ext cx="42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2700000"/>
            <a:ext cx="388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000" y="2736000"/>
            <a:ext cx="38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木の成長戦略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0000" y="2700000"/>
            <a:ext cx="586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6000" y="2736000"/>
            <a:ext cx="57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Level-wise
(深さ優先)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60000" y="2700000"/>
            <a:ext cx="532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96000" y="2736000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Leaf-wise
(葉優先)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40000" y="2700000"/>
            <a:ext cx="424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776000" y="2736000"/>
            <a:ext cx="41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LGBMが
高精度傾向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0" y="3311999"/>
            <a:ext cx="388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000" y="3347999"/>
            <a:ext cx="38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学習速度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0000" y="3311999"/>
            <a:ext cx="586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6000" y="3347999"/>
            <a:ext cx="57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やや遅い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60000" y="3311999"/>
            <a:ext cx="532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96000" y="3347999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非常に高速
(GOSS, EFB)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740000" y="3311999"/>
            <a:ext cx="424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776000" y="3347999"/>
            <a:ext cx="41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LGBMが
高速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" y="3924000"/>
            <a:ext cx="388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6000" y="3960000"/>
            <a:ext cx="38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メモリ使用量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40000" y="3924000"/>
            <a:ext cx="586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6000" y="3960000"/>
            <a:ext cx="57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多い
(dense)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60000" y="3924000"/>
            <a:ext cx="532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96000" y="3960000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少ない
(histogramベース)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40000" y="3924000"/>
            <a:ext cx="424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776000" y="3960000"/>
            <a:ext cx="41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LGBMが
効率的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000" y="4536000"/>
            <a:ext cx="388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6000" y="4572000"/>
            <a:ext cx="38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カテゴリ変数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40000" y="4536000"/>
            <a:ext cx="586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6000" y="4572000"/>
            <a:ext cx="57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手動エンコード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60000" y="4536000"/>
            <a:ext cx="532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96000" y="4572000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ネイティブサポート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740000" y="4536000"/>
            <a:ext cx="424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776000" y="4572000"/>
            <a:ext cx="41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LGBMが
便利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000" y="5148000"/>
            <a:ext cx="388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6000" y="5184000"/>
            <a:ext cx="38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正則化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40000" y="5148000"/>
            <a:ext cx="586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6000" y="5184000"/>
            <a:ext cx="57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L1/L2
(gamma, lambda)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160000" y="5148000"/>
            <a:ext cx="532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96000" y="5184000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L1/L2
(reg_alpha, reg_lambda)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740000" y="5148000"/>
            <a:ext cx="424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776000" y="5184000"/>
            <a:ext cx="41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同等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000" y="5760000"/>
            <a:ext cx="388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6000" y="5796000"/>
            <a:ext cx="38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大規模データ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40000" y="5760000"/>
            <a:ext cx="586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6000" y="5796000"/>
            <a:ext cx="57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遅くなりやすい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160000" y="5760000"/>
            <a:ext cx="532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196000" y="5796000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非常に得意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740000" y="5760000"/>
            <a:ext cx="4248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776000" y="5796000"/>
            <a:ext cx="41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LGBMが
優位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000" y="6372000"/>
            <a:ext cx="388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6000" y="6408000"/>
            <a:ext cx="38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過学習対策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40000" y="6372000"/>
            <a:ext cx="586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76000" y="6408000"/>
            <a:ext cx="579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max_depth
min_child_weight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60000" y="6372000"/>
            <a:ext cx="532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96000" y="6408000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num_leaves
min_data_in_leaf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740000" y="6372000"/>
            <a:ext cx="4248000" cy="576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776000" y="6408000"/>
            <a:ext cx="417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異なる
パラメータ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0000" y="6660000"/>
            <a:ext cx="9900000" cy="4968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0000" y="6732000"/>
            <a:ext cx="9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80C0"/>
                </a:solidFill>
              </a:rPr>
              <a:t>XGBoost: Level-wise 成長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00000" y="7380000"/>
            <a:ext cx="1620000" cy="5400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00000" y="7380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深さ0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00000" y="8280000"/>
            <a:ext cx="1620000" cy="5400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H="1">
            <a:off x="3510000" y="7920000"/>
            <a:ext cx="1800000" cy="360000"/>
          </a:xfrm>
          <a:prstGeom prst="line">
            <a:avLst/>
          </a:prstGeom>
          <a:ln w="25400">
            <a:solidFill>
              <a:srgbClr val="0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6660000" y="8280000"/>
            <a:ext cx="1620000" cy="5400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5310000" y="7920000"/>
            <a:ext cx="2160000" cy="360000"/>
          </a:xfrm>
          <a:prstGeom prst="line">
            <a:avLst/>
          </a:prstGeom>
          <a:ln w="25400">
            <a:solidFill>
              <a:srgbClr val="0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700000" y="8280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深さ1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0000" y="8280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深さ1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40000" y="9288000"/>
            <a:ext cx="1440000" cy="4680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420000" y="9288000"/>
            <a:ext cx="1440000" cy="4680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000" y="9288000"/>
            <a:ext cx="1440000" cy="4680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40000" y="9288000"/>
            <a:ext cx="1440000" cy="46800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80000" y="9288000"/>
            <a:ext cx="84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深さ2 (全ノード一括分割)</a:t>
            </a:r>
          </a:p>
        </p:txBody>
      </p:sp>
      <p:cxnSp>
        <p:nvCxnSpPr>
          <p:cNvPr id="86" name="Connector 85"/>
          <p:cNvCxnSpPr/>
          <p:nvPr/>
        </p:nvCxnSpPr>
        <p:spPr>
          <a:xfrm flipH="1">
            <a:off x="2160000" y="8820000"/>
            <a:ext cx="1350000" cy="468000"/>
          </a:xfrm>
          <a:prstGeom prst="line">
            <a:avLst/>
          </a:prstGeom>
          <a:ln w="19050">
            <a:solidFill>
              <a:srgbClr val="0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510000" y="8820000"/>
            <a:ext cx="630000" cy="468000"/>
          </a:xfrm>
          <a:prstGeom prst="line">
            <a:avLst/>
          </a:prstGeom>
          <a:ln w="19050">
            <a:solidFill>
              <a:srgbClr val="0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6480000" y="8820000"/>
            <a:ext cx="990000" cy="468000"/>
          </a:xfrm>
          <a:prstGeom prst="line">
            <a:avLst/>
          </a:prstGeom>
          <a:ln w="19050">
            <a:solidFill>
              <a:srgbClr val="0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470000" y="8820000"/>
            <a:ext cx="990000" cy="468000"/>
          </a:xfrm>
          <a:prstGeom prst="line">
            <a:avLst/>
          </a:prstGeom>
          <a:ln w="19050">
            <a:solidFill>
              <a:srgbClr val="0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080000" y="792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→ 深さ0の全ノードを同時に分割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0000" y="882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→ 深さ1の全ノードを同時に分割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0000" y="9828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→ 深さ2の全ノードを同時に分割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0000" y="10008000"/>
            <a:ext cx="936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0C0"/>
                </a:solidFill>
              </a:rPr>
              <a:t>メリット: 過学習しにくい
デメリット: 非効率な分割も行う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980000" y="6660000"/>
            <a:ext cx="9900000" cy="4968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980000" y="6732000"/>
            <a:ext cx="9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050"/>
                </a:solidFill>
              </a:rPr>
              <a:t>LightGBM: Leaf-wise 成長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940000" y="7380000"/>
            <a:ext cx="16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940000" y="7380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ルート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140000" y="8280000"/>
            <a:ext cx="162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7280000" y="8280000"/>
            <a:ext cx="1620000" cy="54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H="1">
            <a:off x="13950000" y="7920000"/>
            <a:ext cx="1800000" cy="3600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5750000" y="7920000"/>
            <a:ext cx="2340000" cy="3600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3140000" y="8280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最良
分割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280000" y="8280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050"/>
                </a:solidFill>
              </a:rPr>
              <a:t>停止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2060000" y="9288000"/>
            <a:ext cx="1440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3860000" y="9288000"/>
            <a:ext cx="1440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H="1">
            <a:off x="12780000" y="8820000"/>
            <a:ext cx="1170000" cy="4680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3950000" y="8820000"/>
            <a:ext cx="630000" cy="4680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11700000" y="10080000"/>
            <a:ext cx="1260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3140000" y="10080000"/>
            <a:ext cx="1260000" cy="4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 flipH="1">
            <a:off x="12330000" y="9756000"/>
            <a:ext cx="450000" cy="32400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2780000" y="9756000"/>
            <a:ext cx="990000" cy="32400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5300000" y="9288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050"/>
                </a:solidFill>
              </a:rPr>
              <a:t>→ 最も損失を下げる葉のみ
    繰り返し分割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60000" y="10260000"/>
            <a:ext cx="936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050"/>
                </a:solidFill>
              </a:rPr>
              <a:t>メリット: 少ない分割数で高精度
デメリット: 小データで過学習リスク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