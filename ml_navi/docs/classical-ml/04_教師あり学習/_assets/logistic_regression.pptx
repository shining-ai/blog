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ロジスティック回帰 — シグモイド関数と決定境界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008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シグモイド (ロジスティック) 関数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60000" y="2340000"/>
            <a:ext cx="0" cy="846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60000" y="6660000"/>
            <a:ext cx="900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40000" y="109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z = wᵀx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594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σ(z)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60000" y="3420000"/>
            <a:ext cx="9000000" cy="0"/>
          </a:xfrm>
          <a:prstGeom prst="line">
            <a:avLst/>
          </a:prstGeom>
          <a:ln w="127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60000" y="9900000"/>
            <a:ext cx="9000000" cy="0"/>
          </a:xfrm>
          <a:prstGeom prst="line">
            <a:avLst/>
          </a:prstGeom>
          <a:ln w="127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8000" y="316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13CA6"/>
                </a:solidFill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64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13CA6"/>
                </a:solidFill>
              </a:rP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96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13CA6"/>
                </a:solidFill>
              </a:rPr>
              <a:t>0.0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68000" y="9898920"/>
            <a:ext cx="86399" cy="28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254399" y="9898543"/>
            <a:ext cx="86401" cy="37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40800" y="9898033"/>
            <a:ext cx="86400" cy="51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27200" y="9897346"/>
            <a:ext cx="86400" cy="6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13600" y="9896417"/>
            <a:ext cx="86400" cy="92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00000" y="9895165"/>
            <a:ext cx="86400" cy="125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86400" y="9893476"/>
            <a:ext cx="86400" cy="168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72800" y="9891196"/>
            <a:ext cx="86399" cy="228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59199" y="9888122"/>
            <a:ext cx="86401" cy="307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45600" y="9883977"/>
            <a:ext cx="86399" cy="414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031999" y="9878390"/>
            <a:ext cx="86401" cy="55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18400" y="9870864"/>
            <a:ext cx="86400" cy="752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204800" y="9860732"/>
            <a:ext cx="86400" cy="1013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91200" y="9847106"/>
            <a:ext cx="86400" cy="1362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377600" y="9828804"/>
            <a:ext cx="86400" cy="1830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64000" y="9804264"/>
            <a:ext cx="86400" cy="2454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50400" y="9771434"/>
            <a:ext cx="86400" cy="3283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36800" y="9727651"/>
            <a:ext cx="86400" cy="4378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723200" y="9669498"/>
            <a:ext cx="86400" cy="581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09600" y="9592680"/>
            <a:ext cx="86400" cy="7681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96000" y="9491932"/>
            <a:ext cx="86400" cy="10074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82400" y="9361040"/>
            <a:ext cx="86400" cy="13089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68800" y="9193052"/>
            <a:ext cx="86400" cy="1679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55200" y="8980805"/>
            <a:ext cx="86400" cy="21224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241600" y="8717882"/>
            <a:ext cx="86400" cy="26292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28000" y="8400040"/>
            <a:ext cx="86400" cy="31784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414400" y="8026952"/>
            <a:ext cx="86400" cy="3730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00800" y="7603852"/>
            <a:ext cx="86400" cy="4231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587200" y="7142387"/>
            <a:ext cx="86400" cy="46146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673600" y="6660000"/>
            <a:ext cx="86400" cy="4823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60000" y="6177612"/>
            <a:ext cx="86399" cy="4823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46399" y="5716147"/>
            <a:ext cx="86401" cy="46146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932800" y="5293047"/>
            <a:ext cx="86400" cy="4231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019200" y="4919959"/>
            <a:ext cx="86400" cy="3730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105600" y="4602117"/>
            <a:ext cx="86400" cy="31784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192000" y="4339194"/>
            <a:ext cx="86400" cy="26292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278400" y="4126947"/>
            <a:ext cx="86400" cy="21224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364800" y="3958959"/>
            <a:ext cx="86400" cy="1679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451200" y="3828067"/>
            <a:ext cx="86400" cy="13089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537600" y="3727319"/>
            <a:ext cx="86399" cy="10074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23999" y="3650501"/>
            <a:ext cx="86401" cy="7681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710400" y="3592348"/>
            <a:ext cx="86400" cy="581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796800" y="3548565"/>
            <a:ext cx="86400" cy="4378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83200" y="3515735"/>
            <a:ext cx="86400" cy="3283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969600" y="3491195"/>
            <a:ext cx="86400" cy="2454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056000" y="3472893"/>
            <a:ext cx="86400" cy="1830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142400" y="3459267"/>
            <a:ext cx="86399" cy="1362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228799" y="3449135"/>
            <a:ext cx="86401" cy="1013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315200" y="3441609"/>
            <a:ext cx="86400" cy="752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401600" y="3436022"/>
            <a:ext cx="86400" cy="55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488000" y="3431877"/>
            <a:ext cx="86400" cy="414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574400" y="3428803"/>
            <a:ext cx="86400" cy="307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660800" y="3426523"/>
            <a:ext cx="86400" cy="228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747200" y="3424834"/>
            <a:ext cx="86399" cy="168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833599" y="3423582"/>
            <a:ext cx="86401" cy="125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920000" y="3422653"/>
            <a:ext cx="86400" cy="92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06400" y="3421966"/>
            <a:ext cx="86400" cy="6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092800" y="3421456"/>
            <a:ext cx="86400" cy="51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179200" y="3421079"/>
            <a:ext cx="86400" cy="37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65600" y="3420799"/>
            <a:ext cx="86400" cy="28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260000" y="6552000"/>
            <a:ext cx="9000000" cy="251999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00000" y="622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決定閾値 σ(z)=0.5  →  z=0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40000" y="2340000"/>
            <a:ext cx="9000000" cy="100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12000" y="2412000"/>
            <a:ext cx="885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σ(z) = 1 / (1 + e⁻ᶻ)   ,   z = w₀ + w₁x₁ + ... + wₙxₙ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00000" y="4140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13CA6"/>
                </a:solidFill>
              </a:rPr>
              <a:t>z → +∞  →  σ → 1
(クラス1の確率→100%)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20000" y="7920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0000"/>
                </a:solidFill>
              </a:rPr>
              <a:t>z → -∞  →  σ → 0
(クラス0の確率→100%)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160000" y="1368000"/>
            <a:ext cx="972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160000" y="14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2次元での決定境界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1880000" y="2520000"/>
            <a:ext cx="0" cy="810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880000" y="10620000"/>
            <a:ext cx="864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0340000" y="1062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700000" y="234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x₂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11880000" y="3060000"/>
            <a:ext cx="8460000" cy="5220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5480000" y="450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050"/>
                </a:solidFill>
              </a:rPr>
              <a:t>決定境界
wᵀx =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456000" y="327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3176000" y="381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996000" y="489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716000" y="291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4256000" y="345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076000" y="471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796000" y="309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4976000" y="417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3536000" y="579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336000" y="3996000"/>
            <a:ext cx="324000" cy="3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6056000" y="759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6776000" y="669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7316000" y="777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416000" y="867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7676000" y="687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8216000" y="795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7856000" y="903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8756000" y="723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5876000" y="921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936000" y="8316000"/>
            <a:ext cx="324000" cy="3240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240000" y="270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2672000" y="270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13CA6"/>
                </a:solidFill>
              </a:rPr>
              <a:t>クラス1 (y=1)</a:t>
            </a:r>
          </a:p>
        </p:txBody>
      </p:sp>
      <p:sp>
        <p:nvSpPr>
          <p:cNvPr id="112" name="Oval 111"/>
          <p:cNvSpPr/>
          <p:nvPr/>
        </p:nvSpPr>
        <p:spPr>
          <a:xfrm>
            <a:off x="12240000" y="324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2672000" y="32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0000"/>
                </a:solidFill>
              </a:rPr>
              <a:t>クラス0 (y=0)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420000" y="6300000"/>
            <a:ext cx="2520000" cy="720000"/>
          </a:xfrm>
          <a:prstGeom prst="rect">
            <a:avLst/>
          </a:prstGeom>
          <a:solidFill>
            <a:srgbClr val="E0E8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527999" y="6336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13CA6"/>
                </a:solidFill>
              </a:rPr>
              <a:t>P(y=1|x) &gt; 0.5
→ クラス1と予測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7280000" y="9000000"/>
            <a:ext cx="2700000" cy="720000"/>
          </a:xfrm>
          <a:prstGeom prst="rect">
            <a:avLst/>
          </a:prstGeom>
          <a:solidFill>
            <a:srgbClr val="FFE0E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7388000" y="9036000"/>
            <a:ext cx="24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P(y=1|x) &lt; 0.5
→ クラス0と予測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