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線形回帰 — データ点・回帰直線・残差の視覚化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080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散布図と回帰直線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60000" y="2160000"/>
            <a:ext cx="0" cy="846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60000" y="10620000"/>
            <a:ext cx="954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80000" y="1080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x (特徴量)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040000"/>
            <a:ext cx="9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y
(目的
変数)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620000" y="1440000"/>
            <a:ext cx="8460000" cy="84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80000" y="198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</a:rPr>
              <a:t>回帰直線: ŷ = w₀ + w₁x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620000" y="972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12000" y="979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160000" y="900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052000" y="889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700000" y="864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92000" y="87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240000" y="792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131999" y="78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780000" y="756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71999" y="763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320000" y="684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212000" y="673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4860000" y="6480000"/>
            <a:ext cx="0" cy="72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52000" y="709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5400000" y="594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292000" y="60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5940000" y="5400000"/>
            <a:ext cx="0" cy="18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832000" y="54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6480000" y="4860000"/>
            <a:ext cx="0" cy="36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372000" y="51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020000" y="4320000"/>
            <a:ext cx="0" cy="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12000" y="42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560000" y="3780000"/>
            <a:ext cx="0" cy="36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452000" y="4031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100000" y="3240000"/>
            <a:ext cx="0" cy="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992000" y="3131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8640000" y="2700000"/>
            <a:ext cx="0" cy="36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532000" y="2951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9180000" y="2160000"/>
            <a:ext cx="0" cy="36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072000" y="241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9720000" y="1620000"/>
            <a:ext cx="0" cy="54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612000" y="205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000" y="6840000"/>
            <a:ext cx="2520000" cy="900000"/>
          </a:xfrm>
          <a:prstGeom prst="rect">
            <a:avLst/>
          </a:prstGeom>
          <a:solidFill>
            <a:srgbClr val="FFFFE0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2000" y="6912000"/>
            <a:ext cx="2376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残差
= y - 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00000" y="2700000"/>
            <a:ext cx="540000" cy="1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48000" y="262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13CA6"/>
                </a:solidFill>
              </a:rPr>
              <a:t>観測値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000" y="3240000"/>
            <a:ext cx="720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92000" y="316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0000"/>
                </a:solidFill>
              </a:rPr>
              <a:t>回帰直線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00000" y="3780000"/>
            <a:ext cx="720000" cy="10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92000" y="370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BA81A"/>
                </a:solidFill>
              </a:rPr>
              <a:t>残差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00000" y="1368000"/>
            <a:ext cx="9180000" cy="46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00000" y="1440000"/>
            <a:ext cx="91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モデル定義と最小二乗法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0000" y="2160000"/>
            <a:ext cx="198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0000" y="2160000"/>
            <a:ext cx="1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モデル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32000" y="2160000"/>
            <a:ext cx="666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040000" y="2268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ŷ = w₀ + w₁x₁ + ... + wₙxₙ = Xw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880000" y="3096000"/>
            <a:ext cx="198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880000" y="3096000"/>
            <a:ext cx="1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損失関数 (MSE)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932000" y="3096000"/>
            <a:ext cx="666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040000" y="3204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L(w) = Σ(yᵢ - ŷᵢ)² / 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0000" y="4031999"/>
            <a:ext cx="198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0000" y="4031999"/>
            <a:ext cx="1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正規方程式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32000" y="4031999"/>
            <a:ext cx="666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040000" y="4140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w* = (XᵀX)⁻¹ Xᵀy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0000" y="4968000"/>
            <a:ext cx="198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0000" y="4968000"/>
            <a:ext cx="1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勾配降下法更新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32000" y="4968000"/>
            <a:ext cx="666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40000" y="5076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w ← w - α ∂L/∂w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700000" y="6228000"/>
            <a:ext cx="9180000" cy="52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700000" y="6300000"/>
            <a:ext cx="91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線形回帰の仮定 (Gauss-Markov)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880000" y="6948000"/>
            <a:ext cx="180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880000" y="6948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線形性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52000" y="6948000"/>
            <a:ext cx="684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824000" y="7056000"/>
            <a:ext cx="66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特徴量と目的変数が線形関係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0000" y="7776000"/>
            <a:ext cx="180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880000" y="7776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独立性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752000" y="7776000"/>
            <a:ext cx="684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824000" y="7884000"/>
            <a:ext cx="66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残差が互いに独立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0000" y="8604000"/>
            <a:ext cx="180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880000" y="8604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等分散性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52000" y="8604000"/>
            <a:ext cx="684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824000" y="8712000"/>
            <a:ext cx="66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残差の分散が一定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0000" y="9432000"/>
            <a:ext cx="180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880000" y="943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正規性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52000" y="9432000"/>
            <a:ext cx="684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824000" y="9540000"/>
            <a:ext cx="66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残差が正規分布に従う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0000" y="10260000"/>
            <a:ext cx="1800000" cy="7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880000" y="102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多重共線性なし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52000" y="10260000"/>
            <a:ext cx="684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824000" y="10368000"/>
            <a:ext cx="66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特徴量間の強い相関がない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