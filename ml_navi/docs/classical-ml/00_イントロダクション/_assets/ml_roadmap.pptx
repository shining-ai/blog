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機械学習 学習ロードマップ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3780000" cy="126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440000"/>
            <a:ext cx="36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STEP 1
入門・基礎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2736000"/>
            <a:ext cx="2700000" cy="503999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7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1〜2ヶ月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348000"/>
            <a:ext cx="3780000" cy="66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000" y="3528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3744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Pythonプログラミング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" y="5076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5292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NumPy / Pandas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" y="6624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6840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データ可視化
(Matplotlib)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000" y="8171999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8387999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統計学の基礎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56000" y="1998000"/>
            <a:ext cx="288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80000" y="1368000"/>
            <a:ext cx="3780000" cy="1260000"/>
          </a:xfrm>
          <a:prstGeom prst="rect">
            <a:avLst/>
          </a:prstGeom>
          <a:solidFill>
            <a:srgbClr val="02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0" y="1440000"/>
            <a:ext cx="36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STEP 2
数学的基礎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0000" y="2736000"/>
            <a:ext cx="2700000" cy="503999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0000" y="27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1〜3ヶ月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0" y="3348000"/>
            <a:ext cx="3780000" cy="66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88000" y="3528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4000" y="3744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線形代数
(ベクトル・行列)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8000" y="5076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4000" y="5292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微積分・勾配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88000" y="6624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4000" y="6840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確率・統計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8000" y="8171999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4000" y="8387999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最適化理論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96000" y="1998000"/>
            <a:ext cx="288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820000" y="1368000"/>
            <a:ext cx="378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2000" y="1440000"/>
            <a:ext cx="36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STEP 3
古典 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60000" y="2736000"/>
            <a:ext cx="2700000" cy="503999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0000" y="27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2〜3ヶ月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0000" y="3348000"/>
            <a:ext cx="3780000" cy="66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28000" y="3528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4000" y="3744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教師あり学習
(回帰・分類)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8000" y="5076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4000" y="5292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教師なし学習
(クラスタ・次元削減)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8000" y="6624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4000" y="6840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モデル評価・選択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28000" y="8171999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4000" y="8387999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特徴量エンジニアリング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636000" y="1998000"/>
            <a:ext cx="288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2960000" y="1368000"/>
            <a:ext cx="3780000" cy="1260000"/>
          </a:xfrm>
          <a:prstGeom prst="rect">
            <a:avLst/>
          </a:prstGeom>
          <a:solidFill>
            <a:srgbClr val="012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32000" y="1440000"/>
            <a:ext cx="36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STEP 4
深層学習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500000" y="2736000"/>
            <a:ext cx="2700000" cy="503999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500000" y="27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2〜4ヶ月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960000" y="3348000"/>
            <a:ext cx="3780000" cy="66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2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3068000" y="3528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2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04000" y="3744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ニューラルネット基礎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068000" y="5076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2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104000" y="5292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CNN（画像）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068000" y="6624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2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04000" y="6840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RNN/LSTM（系列）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068000" y="8171999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2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104000" y="8387999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Transformer・BERT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776000" y="1998000"/>
            <a:ext cx="288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7100000" y="1368000"/>
            <a:ext cx="3780000" cy="1260000"/>
          </a:xfrm>
          <a:prstGeom prst="rect">
            <a:avLst/>
          </a:prstGeom>
          <a:solidFill>
            <a:srgbClr val="00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172000" y="1440000"/>
            <a:ext cx="3636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STEP 5
応用・実践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640000" y="2736000"/>
            <a:ext cx="2700000" cy="503999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640000" y="2772000"/>
            <a:ext cx="27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継続的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100000" y="3348000"/>
            <a:ext cx="3780000" cy="66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1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7208000" y="3528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1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244000" y="3744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Kaggleコンペ参加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208000" y="5076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1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244000" y="5292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実務プロジェクト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208000" y="6624000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1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244000" y="6840000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MLOps・デプロイ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208000" y="8171999"/>
            <a:ext cx="3564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1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244000" y="8387999"/>
            <a:ext cx="349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最新論文フォロー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