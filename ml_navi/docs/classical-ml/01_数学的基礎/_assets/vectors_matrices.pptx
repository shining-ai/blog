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205704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スカラー・ベクトル・行列・テンソルの階層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368000"/>
            <a:ext cx="4500000" cy="144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1440000"/>
            <a:ext cx="4356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1A2E"/>
                </a:solidFill>
              </a:rPr>
              <a:t>スカラー
(Scalar)</a:t>
            </a:r>
          </a:p>
        </p:txBody>
      </p:sp>
      <p:sp>
        <p:nvSpPr>
          <p:cNvPr id="6" name="Oval 5"/>
          <p:cNvSpPr/>
          <p:nvPr/>
        </p:nvSpPr>
        <p:spPr>
          <a:xfrm>
            <a:off x="2070000" y="2916000"/>
            <a:ext cx="1440000" cy="576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0000" y="2951999"/>
            <a:ext cx="14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0次元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3600000"/>
            <a:ext cx="4500000" cy="115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3671999"/>
            <a:ext cx="4284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単一の数値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4860000"/>
            <a:ext cx="4500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000" y="4932000"/>
            <a:ext cx="428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13CA6"/>
                </a:solidFill>
              </a:rPr>
              <a:t>x = 3.14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5868000"/>
            <a:ext cx="4500000" cy="648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" y="5903999"/>
            <a:ext cx="42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13CA6"/>
                </a:solidFill>
              </a:rPr>
              <a:t>shape: 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6623999"/>
            <a:ext cx="4500000" cy="1620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000" y="6696000"/>
            <a:ext cx="4284000" cy="147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DE4FC"/>
                </a:solidFill>
              </a:rPr>
              <a:t>x = np.float64(3.14)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8352000"/>
            <a:ext cx="4500000" cy="2448000"/>
          </a:xfrm>
          <a:prstGeom prst="rect">
            <a:avLst/>
          </a:prstGeom>
          <a:solidFill>
            <a:srgbClr val="F3FAFE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0000" y="8820000"/>
            <a:ext cx="720000" cy="720000"/>
          </a:xfrm>
          <a:prstGeom prst="ellipse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30000" y="8856000"/>
            <a:ext cx="7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13CA6"/>
                </a:solidFill>
              </a:rPr>
              <a:t>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72000" y="1368000"/>
            <a:ext cx="4500000" cy="1440000"/>
          </a:xfrm>
          <a:prstGeom prst="rect">
            <a:avLst/>
          </a:prstGeom>
          <a:solidFill>
            <a:srgbClr val="68B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44000" y="1440000"/>
            <a:ext cx="4356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1A2E"/>
                </a:solidFill>
              </a:rPr>
              <a:t>ベクトル
(Vector)</a:t>
            </a:r>
          </a:p>
        </p:txBody>
      </p:sp>
      <p:sp>
        <p:nvSpPr>
          <p:cNvPr id="21" name="Oval 20"/>
          <p:cNvSpPr/>
          <p:nvPr/>
        </p:nvSpPr>
        <p:spPr>
          <a:xfrm>
            <a:off x="7002000" y="2916000"/>
            <a:ext cx="1440000" cy="576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2000" y="2951999"/>
            <a:ext cx="14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1次元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72000" y="3600000"/>
            <a:ext cx="4500000" cy="115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68B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0000" y="3671999"/>
            <a:ext cx="4284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数値の列 / 方向と大きさ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72000" y="4860000"/>
            <a:ext cx="4500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8B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80000" y="4932000"/>
            <a:ext cx="428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13CA6"/>
                </a:solidFill>
              </a:rPr>
              <a:t>v = [1, 2, 3]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72000" y="5868000"/>
            <a:ext cx="4500000" cy="648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80000" y="5903999"/>
            <a:ext cx="42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13CA6"/>
                </a:solidFill>
              </a:rPr>
              <a:t>shape: (n,)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72000" y="6623999"/>
            <a:ext cx="4500000" cy="1620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0000" y="6696000"/>
            <a:ext cx="4284000" cy="147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DE4FC"/>
                </a:solidFill>
              </a:rPr>
              <a:t>v = np.array([1,2,3])
# shape: (3,)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72000" y="8352000"/>
            <a:ext cx="4500000" cy="2448000"/>
          </a:xfrm>
          <a:prstGeom prst="rect">
            <a:avLst/>
          </a:prstGeom>
          <a:solidFill>
            <a:srgbClr val="F3FAFE"/>
          </a:solidFill>
          <a:ln w="12700">
            <a:solidFill>
              <a:srgbClr val="68B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12000" y="8820000"/>
            <a:ext cx="864000" cy="576000"/>
          </a:xfrm>
          <a:prstGeom prst="rect">
            <a:avLst/>
          </a:prstGeom>
          <a:solidFill>
            <a:srgbClr val="68B8F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12000" y="8820000"/>
            <a:ext cx="86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19999" y="8820000"/>
            <a:ext cx="864000" cy="576000"/>
          </a:xfrm>
          <a:prstGeom prst="rect">
            <a:avLst/>
          </a:prstGeom>
          <a:solidFill>
            <a:srgbClr val="68B8F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19999" y="8820000"/>
            <a:ext cx="86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27998" y="8820000"/>
            <a:ext cx="864000" cy="576000"/>
          </a:xfrm>
          <a:prstGeom prst="rect">
            <a:avLst/>
          </a:prstGeom>
          <a:solidFill>
            <a:srgbClr val="68B8F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27998" y="8820000"/>
            <a:ext cx="86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04000" y="1368000"/>
            <a:ext cx="4500000" cy="1440000"/>
          </a:xfrm>
          <a:prstGeom prst="rect">
            <a:avLst/>
          </a:prstGeom>
          <a:solidFill>
            <a:srgbClr val="02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76000" y="1440000"/>
            <a:ext cx="4356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行列
(Matrix)</a:t>
            </a:r>
          </a:p>
        </p:txBody>
      </p:sp>
      <p:sp>
        <p:nvSpPr>
          <p:cNvPr id="40" name="Oval 39"/>
          <p:cNvSpPr/>
          <p:nvPr/>
        </p:nvSpPr>
        <p:spPr>
          <a:xfrm>
            <a:off x="11934000" y="2916000"/>
            <a:ext cx="1440000" cy="576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934000" y="2951999"/>
            <a:ext cx="14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2次元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04000" y="3600000"/>
            <a:ext cx="4500000" cy="115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25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2000" y="3671999"/>
            <a:ext cx="4284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数値の表 / 線形変換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04000" y="4860000"/>
            <a:ext cx="4500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5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2000" y="4932000"/>
            <a:ext cx="428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13CA6"/>
                </a:solidFill>
              </a:rPr>
              <a:t>M = [[1,2],[3,4]]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04000" y="5868000"/>
            <a:ext cx="4500000" cy="648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12000" y="5903999"/>
            <a:ext cx="42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13CA6"/>
                </a:solidFill>
              </a:rPr>
              <a:t>shape: (m,n)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404000" y="6623999"/>
            <a:ext cx="4500000" cy="1620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2000" y="6696000"/>
            <a:ext cx="4284000" cy="147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DE4FC"/>
                </a:solidFill>
              </a:rPr>
              <a:t>M = np.array([[1,2],[3,4]])
# shape: (2,2)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04000" y="8352000"/>
            <a:ext cx="4500000" cy="2448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25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944000" y="8604000"/>
            <a:ext cx="1440000" cy="792000"/>
          </a:xfrm>
          <a:prstGeom prst="rect">
            <a:avLst/>
          </a:prstGeom>
          <a:solidFill>
            <a:srgbClr val="025AB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944000" y="8604000"/>
            <a:ext cx="14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564000" y="8604000"/>
            <a:ext cx="1440000" cy="792000"/>
          </a:xfrm>
          <a:prstGeom prst="rect">
            <a:avLst/>
          </a:prstGeom>
          <a:solidFill>
            <a:srgbClr val="025AB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564000" y="8604000"/>
            <a:ext cx="14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944000" y="9504000"/>
            <a:ext cx="1440000" cy="792000"/>
          </a:xfrm>
          <a:prstGeom prst="rect">
            <a:avLst/>
          </a:prstGeom>
          <a:solidFill>
            <a:srgbClr val="025AB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44000" y="9504000"/>
            <a:ext cx="14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564000" y="9504000"/>
            <a:ext cx="1440000" cy="792000"/>
          </a:xfrm>
          <a:prstGeom prst="rect">
            <a:avLst/>
          </a:prstGeom>
          <a:solidFill>
            <a:srgbClr val="025AB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564000" y="9504000"/>
            <a:ext cx="14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336000" y="1368000"/>
            <a:ext cx="4500000" cy="14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408000" y="1440000"/>
            <a:ext cx="4356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テンソル
(Tensor)</a:t>
            </a:r>
          </a:p>
        </p:txBody>
      </p:sp>
      <p:sp>
        <p:nvSpPr>
          <p:cNvPr id="61" name="Oval 60"/>
          <p:cNvSpPr/>
          <p:nvPr/>
        </p:nvSpPr>
        <p:spPr>
          <a:xfrm>
            <a:off x="16866000" y="2916000"/>
            <a:ext cx="1440000" cy="576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866000" y="2951999"/>
            <a:ext cx="14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N次元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336000" y="3600000"/>
            <a:ext cx="4500000" cy="115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5444000" y="3671999"/>
            <a:ext cx="4284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多次元配列
(画像・動画・バッチ)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336000" y="4860000"/>
            <a:ext cx="4500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444000" y="4932000"/>
            <a:ext cx="428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13CA6"/>
                </a:solidFill>
              </a:rPr>
              <a:t>T.shape = (B,C,H,W)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336000" y="5868000"/>
            <a:ext cx="4500000" cy="648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444000" y="5903999"/>
            <a:ext cx="42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13CA6"/>
                </a:solidFill>
              </a:rPr>
              <a:t>shape: (d1,...,dn)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5336000" y="6623999"/>
            <a:ext cx="4500000" cy="1620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5444000" y="6696000"/>
            <a:ext cx="4284000" cy="147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DE4FC"/>
                </a:solidFill>
              </a:rPr>
              <a:t>T = np.zeros((32,3,224,224))
# shape: (B,C,H,W)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5336000" y="8352000"/>
            <a:ext cx="4500000" cy="2448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5696000" y="9180000"/>
            <a:ext cx="3240000" cy="900000"/>
          </a:xfrm>
          <a:prstGeom prst="rect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5876000" y="9000000"/>
            <a:ext cx="3240000" cy="900000"/>
          </a:xfrm>
          <a:prstGeom prst="rect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6056000" y="8820000"/>
            <a:ext cx="3240000" cy="900000"/>
          </a:xfrm>
          <a:prstGeom prst="rect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5876000" y="8928000"/>
            <a:ext cx="37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13CA6"/>
                </a:solidFill>
              </a:rPr>
              <a:t>3D Tensor
(Batch×H×W)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040000" y="1980000"/>
            <a:ext cx="432000" cy="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040000" y="1800000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⊂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972000" y="1980000"/>
            <a:ext cx="432000" cy="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9972000" y="1800000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⊂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4904000" y="1980000"/>
            <a:ext cx="432000" cy="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4904000" y="1800000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