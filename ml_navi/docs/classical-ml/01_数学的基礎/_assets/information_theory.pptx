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620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18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eiryo UI"/>
              </a:rPr>
              <a:t>情報理論の基礎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72000"/>
            <a:ext cx="19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DE4FC"/>
                </a:solidFill>
                <a:latin typeface="Meiryo UI"/>
              </a:rPr>
              <a:t>Information Theory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620000"/>
            <a:ext cx="21290400" cy="54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7200" y="1872000"/>
            <a:ext cx="6300000" cy="37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7200" y="1872000"/>
            <a:ext cx="6300000" cy="432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9200" y="1908000"/>
            <a:ext cx="615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エントロピー H(P)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5200" y="2340000"/>
            <a:ext cx="6084000" cy="54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200" y="2358000"/>
            <a:ext cx="601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13CA6"/>
                </a:solidFill>
                <a:latin typeface="Meiryo UI"/>
              </a:rPr>
              <a:t>H(P) = -Σ P(x) log P(x)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200" y="2916000"/>
            <a:ext cx="6012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 UI"/>
              </a:rPr>
              <a:t>不確実性・情報量の指標
• 均一分布で最大
• 確定的分布で0
• 単位: ビット(log₂) / ナット(loge)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5200" y="1872000"/>
            <a:ext cx="6300000" cy="37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26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5200" y="1872000"/>
            <a:ext cx="6300000" cy="432000"/>
          </a:xfrm>
          <a:prstGeom prst="rect">
            <a:avLst/>
          </a:prstGeom>
          <a:solidFill>
            <a:srgbClr val="026AC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7200" y="1908000"/>
            <a:ext cx="615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交差エントロピー H(P,Q)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03200" y="2340000"/>
            <a:ext cx="6084000" cy="54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26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9200" y="2358000"/>
            <a:ext cx="601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26AC9"/>
                </a:solidFill>
                <a:latin typeface="Meiryo UI"/>
              </a:rPr>
              <a:t>H(P,Q) = -Σ P(x) log Q(x)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9200" y="2916000"/>
            <a:ext cx="6012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 UI"/>
              </a:rPr>
              <a:t>真の分布Pに対して、
モデルQを使ったときの情報量
• 分類問題の損失関数に利用
• H(P,Q) ≥ H(P) （常に成立）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263200" y="1872000"/>
            <a:ext cx="6300000" cy="37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263200" y="1872000"/>
            <a:ext cx="6300000" cy="432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335200" y="1908000"/>
            <a:ext cx="615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KLダイバージェンス D_KL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371200" y="2340000"/>
            <a:ext cx="6084000" cy="54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07200" y="2358000"/>
            <a:ext cx="601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050"/>
                </a:solidFill>
                <a:latin typeface="Meiryo UI"/>
              </a:rPr>
              <a:t>D_KL(P‖Q) = Σ P(x) log P(x)/Q(x)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7200" y="2916000"/>
            <a:ext cx="6012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 UI"/>
              </a:rPr>
              <a:t>2つの分布P,Qの「違い」の指標
• D_KL ≥ 0 （常に非負）
• P=Qのとき D_KL = 0
• 非対称: D_KL(P‖Q) ≠ D_KL(Q‖P)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5868000"/>
            <a:ext cx="20210400" cy="59256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0000" y="5940000"/>
            <a:ext cx="20210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13CA6"/>
                </a:solidFill>
                <a:latin typeface="Meiryo UI"/>
              </a:rPr>
              <a:t>3つの指標の関係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0000" y="6300000"/>
            <a:ext cx="2880000" cy="792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0000" y="6408000"/>
            <a:ext cx="28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H(P,Q)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20000" y="6300000"/>
            <a:ext cx="2880000" cy="792000"/>
          </a:xfrm>
          <a:prstGeom prst="rect">
            <a:avLst/>
          </a:prstGeom>
          <a:solidFill>
            <a:srgbClr val="026AC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0000" y="6408000"/>
            <a:ext cx="28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H(P)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680000" y="6300000"/>
            <a:ext cx="3600000" cy="792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680000" y="6408000"/>
            <a:ext cx="36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D_KL(P‖Q)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8000" y="6408000"/>
            <a:ext cx="7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2E"/>
                </a:solidFill>
                <a:latin typeface="Meiryo UI"/>
              </a:rPr>
              <a:t>=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08000" y="6408000"/>
            <a:ext cx="7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2E"/>
                </a:solidFill>
                <a:latin typeface="Meiryo UI"/>
              </a:rPr>
              <a:t>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000" y="7200000"/>
            <a:ext cx="19850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13CA6"/>
                </a:solidFill>
                <a:latin typeface="Meiryo UI"/>
              </a:rPr>
              <a:t>→ 交差エントロピーはエントロピー + KLダイバージェンスに分解できる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0000" y="7560000"/>
            <a:ext cx="4854600" cy="44136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0000" y="7632000"/>
            <a:ext cx="4854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分類の損失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000" y="7920000"/>
            <a:ext cx="4854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eiryo UI"/>
              </a:rPr>
              <a:t>CrossEntropy
H(P,Q) の最小化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82600" y="7560000"/>
            <a:ext cx="4854600" cy="44136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82600" y="7632000"/>
            <a:ext cx="4854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生成モデル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82600" y="7920000"/>
            <a:ext cx="4854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eiryo UI"/>
              </a:rPr>
              <a:t>KL最小化で
分布を近似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45200" y="7560000"/>
            <a:ext cx="4854600" cy="4413600"/>
          </a:xfrm>
          <a:prstGeom prst="rect">
            <a:avLst/>
          </a:prstGeom>
          <a:solidFill>
            <a:srgbClr val="026AC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45200" y="7632000"/>
            <a:ext cx="4854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情報圧縮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45200" y="7920000"/>
            <a:ext cx="4854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eiryo UI"/>
              </a:rPr>
              <a:t>エントロピー = 
圧縮の下限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607800" y="7560000"/>
            <a:ext cx="4854600" cy="44136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607800" y="7632000"/>
            <a:ext cx="4854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特徴選択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607800" y="7920000"/>
            <a:ext cx="4854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eiryo UI"/>
              </a:rPr>
              <a:t>相互情報量
I(X;Y)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