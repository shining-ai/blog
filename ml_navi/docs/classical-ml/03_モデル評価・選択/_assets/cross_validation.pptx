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k-fold クロスバリデーション（k=5）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985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全データセット（N サンプル）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872000"/>
            <a:ext cx="198504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7999" y="1890000"/>
            <a:ext cx="3934080" cy="612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7999" y="1980000"/>
            <a:ext cx="39340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Fold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8080" y="1890000"/>
            <a:ext cx="3934080" cy="612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8080" y="1980000"/>
            <a:ext cx="39340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Fold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78160" y="1890000"/>
            <a:ext cx="3934080" cy="612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78160" y="1980000"/>
            <a:ext cx="39340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Fold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48240" y="1890000"/>
            <a:ext cx="3934080" cy="612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48240" y="1980000"/>
            <a:ext cx="39340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Fold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18320" y="1890000"/>
            <a:ext cx="3934080" cy="612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18320" y="1980000"/>
            <a:ext cx="39340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Fold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270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各イテレーション（訓練 = 青、検証 = 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52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Iter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40000" y="3348000"/>
            <a:ext cx="234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540000" y="3384000"/>
            <a:ext cx="23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スコア
0.82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98000" y="3311999"/>
            <a:ext cx="3934080" cy="1007999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98000" y="3528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</a:rPr>
              <a:t>検証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8080" y="3311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8080" y="3528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38160" y="3311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8160" y="3528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808240" y="3311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808240" y="3528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78320" y="3311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78320" y="3528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5040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Iter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540000" y="4860000"/>
            <a:ext cx="234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540000" y="4896000"/>
            <a:ext cx="23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スコア
0.84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98000" y="4823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8000" y="5040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68080" y="4823999"/>
            <a:ext cx="3934080" cy="1007999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68080" y="5040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</a:rPr>
              <a:t>検証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38160" y="4823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38160" y="5040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808240" y="4823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08240" y="5040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78320" y="4823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778320" y="5040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00" y="6552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Iter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540000" y="6372000"/>
            <a:ext cx="234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540000" y="6407999"/>
            <a:ext cx="23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スコア
0.86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000" y="6335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98000" y="6552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68080" y="6335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68080" y="6552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38160" y="6335999"/>
            <a:ext cx="3934080" cy="1007999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38160" y="6552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</a:rPr>
              <a:t>検証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808240" y="6335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808240" y="6552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78320" y="6335999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778320" y="6552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0000" y="8064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Iter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540000" y="7884000"/>
            <a:ext cx="234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540000" y="7920000"/>
            <a:ext cx="23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スコア
0.88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98000" y="7848000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98000" y="8064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68080" y="7848000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68080" y="8064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838160" y="7848000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38160" y="8064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808240" y="7848000"/>
            <a:ext cx="3934080" cy="1007999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808240" y="8064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</a:rPr>
              <a:t>検証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778320" y="7848000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778320" y="8064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0000" y="9576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Iter 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540000" y="9396000"/>
            <a:ext cx="234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540000" y="9432000"/>
            <a:ext cx="23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スコア
0.90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98000" y="9360000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98000" y="9576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68080" y="9360000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68080" y="9576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838160" y="9360000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38160" y="9576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808240" y="9360000"/>
            <a:ext cx="3934080" cy="1007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808240" y="9576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訓練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778320" y="9360000"/>
            <a:ext cx="3934080" cy="1007999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778320" y="9576000"/>
            <a:ext cx="39340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</a:rPr>
              <a:t>検証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9728000" y="3960000"/>
            <a:ext cx="0" cy="666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7640000" y="10620000"/>
            <a:ext cx="34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7640000" y="10620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平均スコア
0.86 ± 0.03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0000" y="10872000"/>
            <a:ext cx="1620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0000" y="10944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メリット: 全データを訓練・検証両方に活用 / バリアンスの低い性能推定 / データ効率が高い（少量データに有効）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