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分類評価指標 — 混同行列・適合率・再現率・F1・ROC曲線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7920000" cy="50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04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混同行列 (Confusion Matrix)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0000" y="2088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予測: Positive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000" y="2088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</a:rPr>
              <a:t>予測: Negative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88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実際:
Positive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1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</a:rPr>
              <a:t>実際:
Negative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0" y="2520000"/>
            <a:ext cx="2340000" cy="108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0" y="2628000"/>
            <a:ext cx="23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TP
真陽性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0" y="2520000"/>
            <a:ext cx="2340000" cy="1080000"/>
          </a:xfrm>
          <a:prstGeom prst="rect">
            <a:avLst/>
          </a:prstGeom>
          <a:solidFill>
            <a:srgbClr val="FFCC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0" y="2628000"/>
            <a:ext cx="23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FN
偽陰性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0" y="3780000"/>
            <a:ext cx="2340000" cy="1080000"/>
          </a:xfrm>
          <a:prstGeom prst="rect">
            <a:avLst/>
          </a:prstGeom>
          <a:solidFill>
            <a:srgbClr val="FFCC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0" y="3888000"/>
            <a:ext cx="23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FP
偽陽性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0" y="3780000"/>
            <a:ext cx="2340000" cy="108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0" y="3888000"/>
            <a:ext cx="23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TN
真陰性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0000" y="1368000"/>
            <a:ext cx="6480000" cy="50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0000" y="1404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評価指標の定義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015999"/>
            <a:ext cx="61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2000" y="2051999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13CA6"/>
                </a:solidFill>
              </a:rPr>
              <a:t>適合率 (Precision)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2000" y="2376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TP / (TP + FP)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20000" y="2160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陽性予測の正確さ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0000" y="2844000"/>
            <a:ext cx="61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000" y="2879999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0"/>
                </a:solidFill>
              </a:rPr>
              <a:t>再現率 (Recall)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000" y="3203999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TP / (TP + FN)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20000" y="2987999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実際の陽性の検出率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0000" y="3671999"/>
            <a:ext cx="61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2000" y="3707999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BA81A"/>
                </a:solidFill>
              </a:rPr>
              <a:t>F1スコア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2000" y="4031999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2 × P × R / (P + 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20000" y="3816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適合率と再現率の調和平均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0000" y="4500000"/>
            <a:ext cx="61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2000" y="4536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正解率 (Accuracy)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2000" y="4860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(TP+TN)/(TP+FP+FN+TN)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20000" y="4644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全体の正解割合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0000" y="5328000"/>
            <a:ext cx="61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2000" y="5363999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特異度 (Specificity)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2000" y="56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TN / (TN + FP)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20000" y="5472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実際の陰性の検出率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660000" y="1368000"/>
            <a:ext cx="5220000" cy="50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660000" y="1404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ROC曲線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6200000" y="2340000"/>
            <a:ext cx="0" cy="360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6200000" y="5940000"/>
            <a:ext cx="432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7280000" y="6120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偽陽性率(FPR)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52000" y="3420000"/>
            <a:ext cx="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真陽性率
(TPR)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16200000" y="2340000"/>
            <a:ext cx="4320000" cy="36000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640000" y="3960000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ランダム
(AUC=0.5)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6200000" y="4320000"/>
            <a:ext cx="540000" cy="162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6740000" y="3240000"/>
            <a:ext cx="720000" cy="108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7460000" y="2700000"/>
            <a:ext cx="900000" cy="54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8360000" y="2520000"/>
            <a:ext cx="1080000" cy="18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9440000" y="2340000"/>
            <a:ext cx="1080000" cy="18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720000" y="306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3CA6"/>
                </a:solidFill>
              </a:rPr>
              <a:t>良好分類器
(AUC≈0.90)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0000" y="6660000"/>
            <a:ext cx="20340000" cy="48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0000" y="6696000"/>
            <a:ext cx="20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適合率・再現率のトレードオフと用途別の重要性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0000" y="7380000"/>
            <a:ext cx="4680000" cy="378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999" y="7452000"/>
            <a:ext cx="44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スパム検出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0000" y="8100000"/>
            <a:ext cx="39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0000" y="8172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高適合率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00" y="9000000"/>
            <a:ext cx="43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誤検知（正常をスパム判定）を最小化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000" y="7380000"/>
            <a:ext cx="4680000" cy="378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68000" y="7452000"/>
            <a:ext cx="44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0000"/>
                </a:solidFill>
              </a:rPr>
              <a:t>がん診断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0000" y="8100000"/>
            <a:ext cx="3960000" cy="72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0000" y="8172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高再現率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0000" y="9000000"/>
            <a:ext cx="43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見逃し（患者を陰性判定）を最小化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800000" y="7380000"/>
            <a:ext cx="4680000" cy="378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08000" y="7452000"/>
            <a:ext cx="44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B050"/>
                </a:solidFill>
              </a:rPr>
              <a:t>情報検索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60000" y="8100000"/>
            <a:ext cx="396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60000" y="8172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F1スコア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80000" y="9000000"/>
            <a:ext cx="43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適合率と再現率のバランス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840000" y="7380000"/>
            <a:ext cx="4680000" cy="378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947999" y="7452000"/>
            <a:ext cx="44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A81A"/>
                </a:solidFill>
              </a:rPr>
              <a:t>不正検知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200000" y="8100000"/>
            <a:ext cx="3960000" cy="7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00000" y="8172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高再現率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020000" y="9000000"/>
            <a:ext cx="43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不正見逃しのコストが高い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