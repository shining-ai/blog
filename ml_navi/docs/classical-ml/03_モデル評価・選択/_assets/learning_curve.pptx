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学習曲線（Learning Curve）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80000"/>
            <a:ext cx="20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</a:rPr>
              <a:t>訓練誤差・検証誤差の推移から過学習・過小適合・適切な学習を判断する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48000"/>
            <a:ext cx="5760000" cy="72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448000"/>
            <a:ext cx="576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過小適合
（Under-fitting）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3240000"/>
            <a:ext cx="18000" cy="4320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000" y="7542000"/>
            <a:ext cx="5040000" cy="1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0" y="759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エポック数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952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誤差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00000.0" y="6782400.0"/>
            <a:ext cx="1008000.0" cy="1296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08000.0" y="6609600.0"/>
            <a:ext cx="1512000.0" cy="1728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20000.0" y="6480000.0"/>
            <a:ext cx="1512000.0" cy="1296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932000.0" y="6393600.0"/>
            <a:ext cx="1008000.0" cy="864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0000.0" y="6998400.0"/>
            <a:ext cx="1008000.0" cy="1296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08000.0" y="6825600.0"/>
            <a:ext cx="1512000.0" cy="1728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420000.0" y="6696000.0"/>
            <a:ext cx="1512000.0" cy="1296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32000.0" y="6609600.0"/>
            <a:ext cx="1008000.0" cy="86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00000" y="7884000"/>
            <a:ext cx="900000" cy="72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7999" y="781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訓練誤差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000" y="8172000"/>
            <a:ext cx="900000" cy="72000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7999" y="810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検証誤差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8604000"/>
            <a:ext cx="54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・訓練/検証誤差ともに高い
・モデルが単純すぎる
・対策: モデル複雑化
　　　特徴量追加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0000" y="2448000"/>
            <a:ext cx="5760000" cy="72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0000" y="2448000"/>
            <a:ext cx="576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過学習
（Over-fitting）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0000" y="3240000"/>
            <a:ext cx="18000" cy="4320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0000" y="7542000"/>
            <a:ext cx="5040000" cy="1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0000" y="759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エポック数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000" y="2952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誤差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740000.0" y="5616000.0"/>
            <a:ext cx="1008000.0" cy="10800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748000.0" y="4536000.0"/>
            <a:ext cx="1512000.0" cy="10800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60000.0" y="3758400.0"/>
            <a:ext cx="1512000.0" cy="7776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772000.0" y="3456000.0"/>
            <a:ext cx="1008000.0" cy="3024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40000.0" y="5832000.0"/>
            <a:ext cx="1008000.0" cy="950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748000.0" y="5745600.0"/>
            <a:ext cx="1512000.0" cy="86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60000.0" y="5745600.0"/>
            <a:ext cx="1512000.0" cy="302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772000.0" y="6048000.0"/>
            <a:ext cx="1008000.0" cy="302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740000" y="7884000"/>
            <a:ext cx="900000" cy="72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7999" y="781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訓練誤差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0000" y="8172000"/>
            <a:ext cx="900000" cy="72000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7999" y="810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検証誤差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0000" y="8604000"/>
            <a:ext cx="54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・訓練誤差: 低い
・検証誤差: 高い（乖離）
・対策: 正則化/Dropout
　　　データ拡張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220000" y="2448000"/>
            <a:ext cx="5760000" cy="72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220000" y="2448000"/>
            <a:ext cx="576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適切な学習
（Good Fit）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580000" y="3240000"/>
            <a:ext cx="18000" cy="4320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580000" y="7542000"/>
            <a:ext cx="5040000" cy="1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380000" y="759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エポック数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20000" y="2952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誤差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4580000.0" y="5616000.0"/>
            <a:ext cx="1008000.0" cy="9936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588000.0" y="4752000.0"/>
            <a:ext cx="1512000.0" cy="8640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7100000.0" y="4190400.0"/>
            <a:ext cx="1512000.0" cy="56160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612000.0" y="4017599.9999999995"/>
            <a:ext cx="1008000.0" cy="172800.0000000004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580000.0" y="5832000.0"/>
            <a:ext cx="1008000.0" cy="950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5588000.0" y="4968000.0"/>
            <a:ext cx="1512000.0" cy="8640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7100000.0" y="4449600.0"/>
            <a:ext cx="1512000.0" cy="5184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612000.0" y="4276800.0"/>
            <a:ext cx="1008000.0" cy="172800.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4580000" y="7884000"/>
            <a:ext cx="900000" cy="72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587999" y="781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訓練誤差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580000" y="8172000"/>
            <a:ext cx="900000" cy="72000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587999" y="810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検証誤差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00000" y="8604000"/>
            <a:ext cx="54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・両誤差が低く収束
・ギャップが小さい
・Early Stopping で
　　　最適点を選択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10368000"/>
            <a:ext cx="2052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0000" y="10476000"/>
            <a:ext cx="20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ポイント: 学習曲線を監視し Early Stopping を適用 → 検証誤差が上昇し始めた時点で学習を止め汎化性能を最大化する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