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62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</a:rPr>
              <a:t>オートエンコーダによる異常検知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20000" y="288000"/>
            <a:ext cx="396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再構成誤差フロー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980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0B050"/>
                </a:solidFill>
              </a:rPr>
              <a:t>正常データの場合（低再構成誤差）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70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280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B050"/>
                </a:solidFill>
              </a:rPr>
              <a:t>入力 x
(正常)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24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特徴量1: 0.82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56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特徴量2: 0.45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88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特徴量3: 0.71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60000" y="3600000.0"/>
            <a:ext cx="288000" cy="0.0"/>
          </a:xfrm>
          <a:prstGeom prst="line">
            <a:avLst/>
          </a:prstGeom>
          <a:ln w="3810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40000" y="270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8000" y="280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エンコーダ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324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圧縮処理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0" y="356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次元削減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388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特徴抽出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60000" y="3600000.0"/>
            <a:ext cx="288000" cy="0.0"/>
          </a:xfrm>
          <a:prstGeom prst="line">
            <a:avLst/>
          </a:prstGeom>
          <a:ln w="3810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40000" y="2700000"/>
            <a:ext cx="3420000" cy="1800000"/>
          </a:xfrm>
          <a:prstGeom prst="round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8000" y="280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潜在表現 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0" y="324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低次元表現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0" y="356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本質情報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0" y="388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パターン保持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160000" y="3600000.0"/>
            <a:ext cx="288000" cy="0.0"/>
          </a:xfrm>
          <a:prstGeom prst="line">
            <a:avLst/>
          </a:prstGeom>
          <a:ln w="3810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340000" y="270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48000" y="280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デコーダ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0000" y="324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再構成処理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0000" y="356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次元拡張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0000" y="388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復元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760000" y="3600000.0"/>
            <a:ext cx="288000" cy="0.0"/>
          </a:xfrm>
          <a:prstGeom prst="line">
            <a:avLst/>
          </a:prstGeom>
          <a:ln w="3810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4940000" y="270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048000" y="280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B050"/>
                </a:solidFill>
              </a:rPr>
              <a:t>出力 x'̂
(再構成)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20000" y="324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特徴量1: 0.80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20000" y="356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特徴量2: 0.44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120000" y="388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特徴量3: 0.70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360000" y="3600000.0"/>
            <a:ext cx="288000" cy="0.0"/>
          </a:xfrm>
          <a:prstGeom prst="line">
            <a:avLst/>
          </a:prstGeom>
          <a:ln w="3810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8540000" y="2700000"/>
            <a:ext cx="3420000" cy="1800000"/>
          </a:xfrm>
          <a:prstGeom prst="round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648000" y="280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0B050"/>
                </a:solidFill>
              </a:rPr>
              <a:t>誤差
||x−x'||²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00" y="324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= 0.003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00" y="356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低誤差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20000" y="388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→ 正常判定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540000" y="4752000"/>
            <a:ext cx="2520000" cy="648000"/>
          </a:xfrm>
          <a:prstGeom prst="round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20000" y="4824000"/>
            <a:ext cx="234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正常と判定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220000"/>
            <a:ext cx="21290400" cy="1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0" y="5472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0000"/>
                </a:solidFill>
              </a:rPr>
              <a:t>異常データの場合（高再構成誤差）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0000" y="594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000" y="604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0000"/>
                </a:solidFill>
              </a:rPr>
              <a:t>入力 x
(異常)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00" y="648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特徴量1: 0.82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000" y="680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特徴量2: 3.95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000" y="712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特徴量3: -1.4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960000" y="6840000.0"/>
            <a:ext cx="288000" cy="0.0"/>
          </a:xfrm>
          <a:prstGeom prst="line">
            <a:avLst/>
          </a:prstGeom>
          <a:ln w="3810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4140000" y="594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8000" y="604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エンコーダ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20000" y="648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圧縮処理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0000" y="680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次元削減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20000" y="712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正常パターン
に基づく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60000" y="6840000.0"/>
            <a:ext cx="288000" cy="0.0"/>
          </a:xfrm>
          <a:prstGeom prst="line">
            <a:avLst/>
          </a:prstGeom>
          <a:ln w="3810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740000" y="5940000"/>
            <a:ext cx="3420000" cy="1800000"/>
          </a:xfrm>
          <a:prstGeom prst="round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48000" y="604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潜在表現 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20000" y="648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正常空間への
マッピング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20000" y="680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異常パターン
が失われる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160000" y="6840000.0"/>
            <a:ext cx="288000" cy="0.0"/>
          </a:xfrm>
          <a:prstGeom prst="line">
            <a:avLst/>
          </a:prstGeom>
          <a:ln w="3810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1340000" y="594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48000" y="604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デコーダ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520000" y="648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再構成処理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20000" y="680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正常パターンで
復元を試みる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4760000" y="6840000.0"/>
            <a:ext cx="288000" cy="0.0"/>
          </a:xfrm>
          <a:prstGeom prst="line">
            <a:avLst/>
          </a:prstGeom>
          <a:ln w="3810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4940000" y="5940000"/>
            <a:ext cx="3420000" cy="180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48000" y="604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0000"/>
                </a:solidFill>
              </a:rPr>
              <a:t>出力 x'̂
(再構成)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120000" y="648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特徴量1: 0.79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120000" y="680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特徴量2: 0.43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120000" y="712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特徴量3: 0.68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8360000" y="6840000.0"/>
            <a:ext cx="288000" cy="0.0"/>
          </a:xfrm>
          <a:prstGeom prst="line">
            <a:avLst/>
          </a:prstGeom>
          <a:ln w="3810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18540000" y="5940000"/>
            <a:ext cx="3420000" cy="1800000"/>
          </a:xfrm>
          <a:prstGeom prst="round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648000" y="6048000"/>
            <a:ext cx="3204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0000"/>
                </a:solidFill>
              </a:rPr>
              <a:t>誤差
||x−x'||²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720000" y="6480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= 12.47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720000" y="6804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高誤差!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20000" y="7128000"/>
            <a:ext cx="30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→ 異常判定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540000" y="7992000"/>
            <a:ext cx="2520000" cy="648000"/>
          </a:xfrm>
          <a:prstGeom prst="round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720000" y="8063999"/>
            <a:ext cx="234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異常と判定!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9000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0000" y="9252000"/>
            <a:ext cx="90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13CA6"/>
                </a:solidFill>
              </a:rPr>
              <a:t>重要な前提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0000" y="9720000"/>
            <a:ext cx="4968000" cy="198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40000" y="9720000"/>
            <a:ext cx="16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000" y="9756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学習データ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000" y="1036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正常データのみで学習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0000" y="10908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異常データは不要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760000" y="9720000"/>
            <a:ext cx="4968000" cy="198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760000" y="9720000"/>
            <a:ext cx="16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32000" y="9756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エンコーダ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0000" y="1036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正常パターンを
圧縮表現に変換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0000" y="10908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本質的な特徴を保持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980000" y="9720000"/>
            <a:ext cx="4968000" cy="198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980000" y="9720000"/>
            <a:ext cx="16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052000" y="9756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デコーダ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160000" y="1036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正常パターンに基づき
再構成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160000" y="10908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異常は再構成が困難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6200000" y="9720000"/>
            <a:ext cx="4968000" cy="198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200000" y="9720000"/>
            <a:ext cx="16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2000" y="9756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閾値設定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380000" y="1036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再構成誤差の
パーセンタイル値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380000" y="10908000"/>
            <a:ext cx="46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例: 上位5%を異常判定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