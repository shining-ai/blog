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GAN（敵対的生成ネットワーク）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980000"/>
            <a:ext cx="20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■ Generator / Discriminator 競争ループ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3060000"/>
            <a:ext cx="1980000" cy="1260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ランダムノイズ
z ~ N(0,I)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0" y="3690000"/>
            <a:ext cx="720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40000" y="2700000"/>
            <a:ext cx="324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Generator
G(z)
生成器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80000" y="3690000"/>
            <a:ext cx="900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80000" y="3060000"/>
            <a:ext cx="2160000" cy="12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生成画像
(Fake Data)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0000" y="4860000"/>
            <a:ext cx="2160000" cy="12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実データ
(Real Data)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40000" y="3690000"/>
            <a:ext cx="900000" cy="27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540000" y="5220000"/>
            <a:ext cx="900000" cy="27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440000" y="3240000"/>
            <a:ext cx="3240000" cy="25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Discriminator
D(x)
識別器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0" y="4500000"/>
            <a:ext cx="900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580000" y="3780000"/>
            <a:ext cx="2520000" cy="144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Real / Fake
判定
(0 or 1)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100000" y="4860000"/>
            <a:ext cx="0" cy="1440000"/>
          </a:xfrm>
          <a:prstGeom prst="line">
            <a:avLst/>
          </a:prstGeom>
          <a:ln w="3175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2060000" y="6300000"/>
            <a:ext cx="5040000" cy="0"/>
          </a:xfrm>
          <a:prstGeom prst="line">
            <a:avLst/>
          </a:prstGeom>
          <a:ln w="3175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880000" y="64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0000"/>
                </a:solidFill>
              </a:rPr>
              <a:t>Discriminator 損失: -(log D(x) + log(1-D(G(z))))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580000" y="4140000"/>
            <a:ext cx="0" cy="306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860000" y="7200000"/>
            <a:ext cx="9720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60000" y="4680000"/>
            <a:ext cx="0" cy="252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80000" y="730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13CA6"/>
                </a:solidFill>
              </a:rPr>
              <a:t>Generator 損失: -log D(G(z))　（Discriminator を騙したい）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7920000"/>
            <a:ext cx="20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■ 訓練フロー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8352000"/>
            <a:ext cx="450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 1
Real/Fake データ
をサンプリング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40000" y="9162000"/>
            <a:ext cx="540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580000" y="8352000"/>
            <a:ext cx="4500000" cy="16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 2
Discriminator
を更新（D の損失最小化）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80000" y="9162000"/>
            <a:ext cx="540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620000" y="8352000"/>
            <a:ext cx="450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 3
Generator
を更新（G の損失最小化）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120000" y="9162000"/>
            <a:ext cx="540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5660000" y="8352000"/>
            <a:ext cx="4500000" cy="16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 4
収束するまで
繰り返し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