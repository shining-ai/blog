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202104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セグメンテーション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728000"/>
            <a:ext cx="6736800" cy="45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1728000"/>
            <a:ext cx="6736800" cy="648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764000"/>
            <a:ext cx="6592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Semantic
Segmentation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448000"/>
            <a:ext cx="6376800" cy="2520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7680" y="2700000"/>
            <a:ext cx="255072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3680" y="2718000"/>
            <a:ext cx="2478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7240" y="2700000"/>
            <a:ext cx="2231880" cy="1764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3240" y="2718000"/>
            <a:ext cx="215988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5112000"/>
            <a:ext cx="65208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全ピクセルをクラス分類
同クラスは区別しない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86800" y="1728000"/>
            <a:ext cx="6736800" cy="45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86800" y="1728000"/>
            <a:ext cx="6736800" cy="648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8800" y="1764000"/>
            <a:ext cx="6592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Instance
Segmentation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6800" y="2448000"/>
            <a:ext cx="6376800" cy="2520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76944" y="2700000"/>
            <a:ext cx="2423184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2944" y="2718000"/>
            <a:ext cx="2351184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犬1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55200" y="2826000"/>
            <a:ext cx="2231880" cy="1386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91200" y="2844000"/>
            <a:ext cx="215988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犬2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4800" y="5112000"/>
            <a:ext cx="65208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同クラスの個体を個別に識別
BBoxも出力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013600" y="1728000"/>
            <a:ext cx="6736800" cy="45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013600" y="1728000"/>
            <a:ext cx="6736800" cy="648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85600" y="1764000"/>
            <a:ext cx="6592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Panoptic
Segmentation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93600" y="2448000"/>
            <a:ext cx="6376800" cy="2520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703744" y="2700000"/>
            <a:ext cx="2423184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739744" y="2718000"/>
            <a:ext cx="2351184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犬1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82000" y="2826000"/>
            <a:ext cx="2231880" cy="1386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418000" y="2844000"/>
            <a:ext cx="215988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犬2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93600" y="4338000"/>
            <a:ext cx="6376800" cy="63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229600" y="4356000"/>
            <a:ext cx="63048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地面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21600" y="5112000"/>
            <a:ext cx="65208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Semantic + Instance の統合
全ピクセル+個体識別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" y="6408000"/>
            <a:ext cx="20570400" cy="5205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000" y="6480000"/>
            <a:ext cx="20210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3CA6"/>
                </a:solidFill>
              </a:rPr>
              <a:t>U-Net アーキテクチャ（医療画像セグメンテーションで広く使用）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0000" y="6948000"/>
            <a:ext cx="432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000" y="6984000"/>
            <a:ext cx="41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入力
(572×572)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00000" y="7668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70000" y="7848000"/>
            <a:ext cx="34200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42000" y="7884000"/>
            <a:ext cx="327600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</a:rPr>
              <a:t>Conv×2+MaxPool
(280×280)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8748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30000" y="8928000"/>
            <a:ext cx="27000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02000" y="8964000"/>
            <a:ext cx="255600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</a:rPr>
              <a:t>Conv×2+MaxPool
(136×136)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00000" y="9828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90000" y="10008000"/>
            <a:ext cx="19800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62000" y="10044000"/>
            <a:ext cx="183600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</a:rPr>
              <a:t>Conv×2+MaxPool
(64×64)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00000" y="10908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60000" y="11088000"/>
            <a:ext cx="1440000" cy="90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32000" y="11124000"/>
            <a:ext cx="129600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Bottleneck
(32×32)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420400" y="11268000"/>
            <a:ext cx="1980000" cy="90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492400" y="11304000"/>
            <a:ext cx="183600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UpConv
(64×64)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30400" y="11088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060400" y="10188000"/>
            <a:ext cx="2700000" cy="90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132400" y="10224000"/>
            <a:ext cx="255600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UpConv
(136×136)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30400" y="10008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700400" y="9108000"/>
            <a:ext cx="3420000" cy="90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772400" y="9144000"/>
            <a:ext cx="3276000" cy="8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UpConv
(280×280)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30400" y="8928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250400" y="8028000"/>
            <a:ext cx="432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322400" y="8064000"/>
            <a:ext cx="41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出力マスク
(388×388)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40000" y="7272000"/>
            <a:ext cx="11210400" cy="72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05200" y="7056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BA81A"/>
                </a:solidFill>
              </a:rPr>
              <a:t>skip connection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90000" y="8262000"/>
            <a:ext cx="12110400" cy="72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05200" y="8046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BA81A"/>
                </a:solidFill>
              </a:rPr>
              <a:t>skip connection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30000" y="9342000"/>
            <a:ext cx="12830400" cy="72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05200" y="9126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BA81A"/>
                </a:solidFill>
              </a:rPr>
              <a:t>skip connection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70000" y="10422000"/>
            <a:ext cx="13550400" cy="72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05200" y="10206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BA81A"/>
                </a:solidFill>
              </a:rPr>
              <a:t>skip connection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