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オートエンコーダ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4500000"/>
            <a:ext cx="126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入力
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4680000"/>
            <a:ext cx="162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エンコーダ
(Encoder)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4320000"/>
            <a:ext cx="2340000" cy="16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潜在空間
z（圧縮表現）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0" y="4680000"/>
            <a:ext cx="162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デコーダ
(Decoder)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00000" y="4500000"/>
            <a:ext cx="126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再構成
x̂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0000" y="5310000.0"/>
            <a:ext cx="1800000" cy="18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20000" y="5130000.0"/>
            <a:ext cx="2340000" cy="36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00000" y="5130000.0"/>
            <a:ext cx="2340000" cy="36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860000" y="5310000.0"/>
            <a:ext cx="2340000" cy="18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0000" y="6264000"/>
            <a:ext cx="1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dim: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6444000"/>
            <a:ext cx="1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D →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0" y="6084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dim: d &lt;&lt;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40000" y="6444000"/>
            <a:ext cx="1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d →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0" y="6264000"/>
            <a:ext cx="1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dim: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0000" y="6660000"/>
            <a:ext cx="792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00" y="6732000"/>
            <a:ext cx="77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再構成損失: L = ||x - x̂||²
（入力と再構成の差を最小化）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7848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応用例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8316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次元削減
（PCAの非線形版）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8316000"/>
            <a:ext cx="360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異常検知
（再構成誤差で判定）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0000" y="8316000"/>
            <a:ext cx="360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ノイズ除去
（Denoising AE）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60000" y="8316000"/>
            <a:ext cx="3600000" cy="126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特徴抽出
（事前学習）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00000" y="8316000"/>
            <a:ext cx="3600000" cy="12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生成モデル
（VAEへ発展）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