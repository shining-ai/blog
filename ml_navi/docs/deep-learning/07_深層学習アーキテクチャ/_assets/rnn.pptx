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RNN（再帰型ニューラルネットワーク）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728000"/>
            <a:ext cx="20570400" cy="54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00000"/>
            <a:ext cx="2021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13CA6"/>
                </a:solidFill>
              </a:rPr>
              <a:t>RNN の時系列展開（Unrolled RNN）: 隠れ状態 h_t が時刻を越えて伝播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8400" y="3168000"/>
            <a:ext cx="2520000" cy="19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6400" y="334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RNN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6400" y="381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E4FC"/>
                </a:solidFill>
              </a:rPr>
              <a:t>h_t-2
h_t = tanh(Wx·x_t
      + Wh·h_(t-1))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8400" y="5508000"/>
            <a:ext cx="108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8400" y="55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x_t-2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4400" y="514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8400" y="4104000"/>
            <a:ext cx="1328400" cy="108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6920" y="3816000"/>
            <a:ext cx="531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h_t-2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6800" y="3168000"/>
            <a:ext cx="2520000" cy="19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4800" y="334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RNN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4800" y="381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E4FC"/>
                </a:solidFill>
              </a:rPr>
              <a:t>h_t-1
h_t = tanh(Wx·x_t
      + Wh·h_(t-1))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6800" y="5508000"/>
            <a:ext cx="108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800" y="55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x_t-1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2800" y="514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6800" y="2268000"/>
            <a:ext cx="1080000" cy="54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6800" y="226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y_t-1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2800" y="280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BA81A"/>
                </a:solidFill>
              </a:rPr>
              <a:t>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6800" y="4104000"/>
            <a:ext cx="1328400" cy="108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5320" y="3816000"/>
            <a:ext cx="531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h_t-1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85200" y="3168000"/>
            <a:ext cx="2520000" cy="19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3200" y="334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RNN 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3200" y="381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E4FC"/>
                </a:solidFill>
              </a:rPr>
              <a:t>h_t
h_t = tanh(Wx·x_t
      + Wh·h_(t-1))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05200" y="5508000"/>
            <a:ext cx="108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5200" y="55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x_t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1200" y="514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5200" y="2268000"/>
            <a:ext cx="1080000" cy="54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5200" y="226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y_t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1200" y="280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BA81A"/>
                </a:solidFill>
              </a:rPr>
              <a:t>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05200" y="4104000"/>
            <a:ext cx="1328400" cy="108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03720" y="3816000"/>
            <a:ext cx="531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h_t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33600" y="3168000"/>
            <a:ext cx="2520000" cy="19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341600" y="334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RNN 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41600" y="381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E4FC"/>
                </a:solidFill>
              </a:rPr>
              <a:t>h_t+1
h_t = tanh(Wx·x_t
      + Wh·h_(t-1))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953600" y="5508000"/>
            <a:ext cx="108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953600" y="55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x_t+1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49600" y="514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953600" y="2268000"/>
            <a:ext cx="1080000" cy="54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953600" y="226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y_t+1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49600" y="280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BA81A"/>
                </a:solidFill>
              </a:rPr>
              <a:t>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53600" y="4104000"/>
            <a:ext cx="1328400" cy="108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152120" y="3816000"/>
            <a:ext cx="531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h_t+1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082000" y="3168000"/>
            <a:ext cx="2520000" cy="198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190000" y="3348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RNN Cell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190000" y="3816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E4FC"/>
                </a:solidFill>
              </a:rPr>
              <a:t>h_t+2
h_t = tanh(Wx·x_t
      + Wh·h_(t-1))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802000" y="5508000"/>
            <a:ext cx="1080000" cy="54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802000" y="55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x_t+2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98000" y="514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000" y="4014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0000"/>
                </a:solidFill>
              </a:rPr>
              <a:t>隠れ状態 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000" y="5616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50"/>
                </a:solidFill>
              </a:rPr>
              <a:t>入力系列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000" y="2376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BA81A"/>
                </a:solidFill>
              </a:rPr>
              <a:t>出力系列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0000" y="7308000"/>
            <a:ext cx="20570400" cy="43056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0000" y="7380000"/>
            <a:ext cx="10645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0000"/>
                </a:solidFill>
              </a:rPr>
              <a:t>長期依存における勾配消失問題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00" y="7776000"/>
            <a:ext cx="1642536" cy="34056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0000" y="11217600"/>
            <a:ext cx="17145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t=1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" y="7560000"/>
            <a:ext cx="171453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1.000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90536" y="9138240"/>
            <a:ext cx="1642536" cy="2043360"/>
          </a:xfrm>
          <a:prstGeom prst="rect">
            <a:avLst/>
          </a:prstGeom>
          <a:solidFill>
            <a:srgbClr val="66246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54536" y="11217600"/>
            <a:ext cx="17145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t=2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54536" y="8922240"/>
            <a:ext cx="171453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0.600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5072" y="10500480"/>
            <a:ext cx="1642536" cy="681120"/>
          </a:xfrm>
          <a:prstGeom prst="rect">
            <a:avLst/>
          </a:prstGeom>
          <a:solidFill>
            <a:srgbClr val="CC0C2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69072" y="11217600"/>
            <a:ext cx="17145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t=3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69072" y="10284480"/>
            <a:ext cx="171453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0.200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9608" y="11011320"/>
            <a:ext cx="1642536" cy="170280"/>
          </a:xfrm>
          <a:prstGeom prst="rect">
            <a:avLst/>
          </a:prstGeom>
          <a:solidFill>
            <a:srgbClr val="F2030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83608" y="11217600"/>
            <a:ext cx="17145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t=4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3608" y="10795320"/>
            <a:ext cx="171453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0.050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34144" y="11178194"/>
            <a:ext cx="1642536" cy="3405"/>
          </a:xfrm>
          <a:prstGeom prst="rect">
            <a:avLst/>
          </a:prstGeom>
          <a:solidFill>
            <a:srgbClr val="FE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98144" y="11217600"/>
            <a:ext cx="17145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</a:rPr>
              <a:t>t=T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98144" y="10962194"/>
            <a:ext cx="1714536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00"/>
                </a:solidFill>
              </a:rPr>
              <a:t>0.001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0000" y="7848000"/>
            <a:ext cx="89326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逆伝播での勾配強度（時刻 t=1 を基準）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12680" y="7848000"/>
            <a:ext cx="10737720" cy="17928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56680" y="7920000"/>
            <a:ext cx="10449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LSTM（Long Short-Term Memory）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56680" y="8388000"/>
            <a:ext cx="10449720" cy="11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セル状態 C_t + ゲート機構
・入力ゲート: 新情報の取り込み
・忘却ゲート: 古情報の破棄
・出力ゲート: 出力制御
→ 長期依存を効果的に学習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12680" y="9748800"/>
            <a:ext cx="10737720" cy="17928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56680" y="9820800"/>
            <a:ext cx="10449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GRU（Gated Recurrent Unit）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56680" y="10288800"/>
            <a:ext cx="10449720" cy="11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LSTM を簡略化
・更新ゲート + リセットゲート
・パラメータ数が少ない
→ 計算効率が高い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