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拡散モデル（Diffusion Model）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980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Forward Process（拡散過程）: データにガウシアンノイズを段階的に加える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520000"/>
            <a:ext cx="2880000" cy="16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x₀
(原画像)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0000" y="3330000.0"/>
            <a:ext cx="72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2000" y="417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q(xₜ|xₜ₋₁)
+ε~N(0,I)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000" y="2520000"/>
            <a:ext cx="2880000" cy="162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x₁
(ノイズ少)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20000" y="3330000.0"/>
            <a:ext cx="72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92000" y="417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q(xₜ|xₜ₋₁)
+ε~N(0,I)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0000" y="2520000"/>
            <a:ext cx="28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20000" y="3330000.0"/>
            <a:ext cx="72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92000" y="417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q(xₜ|xₜ₋₁)
+ε~N(0,I)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40000" y="2520000"/>
            <a:ext cx="2880000" cy="16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2E"/>
                </a:solidFill>
              </a:rPr>
              <a:t>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220000" y="3330000.0"/>
            <a:ext cx="72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292000" y="417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q(xₜ|xₜ₋₁)
+ε~N(0,I)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40000" y="2520000"/>
            <a:ext cx="2880000" cy="162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x_T
(純ノイズ)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4680000"/>
            <a:ext cx="144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" y="4752000"/>
            <a:ext cx="142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q(xₜ|xₜ₋₁) = N(xₜ; √(1-βₜ)·xₜ₋₁, βₜ·I)　　βₜ: ノイズスケジュール（0 &lt; β₁ &lt; β₂ &lt; … &lt; βT &lt; 1）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5760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B050"/>
                </a:solidFill>
              </a:rPr>
              <a:t>■ Reverse Process（逆拡散過程）: ニューラルネットがノイズを予測・除去する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6300000"/>
            <a:ext cx="2880000" cy="162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x_T
(純ノイズ)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20000" y="7110000.0"/>
            <a:ext cx="720000" cy="0.0"/>
          </a:xfrm>
          <a:prstGeom prst="line">
            <a:avLst/>
          </a:prstGeom>
          <a:ln w="3175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92000" y="795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pθ(xₜ₋₁|xₜ)
U-Net予測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0000" y="6300000"/>
            <a:ext cx="2880000" cy="16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2E"/>
                </a:solidFill>
              </a:rPr>
              <a:t>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0000" y="7110000.0"/>
            <a:ext cx="720000" cy="0.0"/>
          </a:xfrm>
          <a:prstGeom prst="line">
            <a:avLst/>
          </a:prstGeom>
          <a:ln w="3175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92000" y="795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pθ(xₜ₋₁|xₜ)
U-Net予測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0000" y="6300000"/>
            <a:ext cx="28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20000" y="7110000.0"/>
            <a:ext cx="720000" cy="0.0"/>
          </a:xfrm>
          <a:prstGeom prst="line">
            <a:avLst/>
          </a:prstGeom>
          <a:ln w="3175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92000" y="795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pθ(xₜ₋₁|xₜ)
U-Net予測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40000" y="6300000"/>
            <a:ext cx="2880000" cy="162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220000" y="7110000.0"/>
            <a:ext cx="720000" cy="0.0"/>
          </a:xfrm>
          <a:prstGeom prst="line">
            <a:avLst/>
          </a:prstGeom>
          <a:ln w="3175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292000" y="795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pθ(xₜ₋₁|xₜ)
U-Net予測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940000" y="6300000"/>
            <a:ext cx="2880000" cy="16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x₀
(復元画像)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8460000"/>
            <a:ext cx="162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8532000"/>
            <a:ext cx="160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pθ(xₜ₋₁|xₜ) = N(xₜ₋₁; μθ(xₜ,t), Σθ(xₜ,t))　　U-Net が ε（ノイズ成分）を予測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9467999"/>
            <a:ext cx="90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学習目標
L = E[||ε - εθ(xₜ, t)||²]
（ノイズ予測 MSE）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40000" y="9467999"/>
            <a:ext cx="9720000" cy="126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代表モデル: DDPM / DDIM / Stable Diffusion
条件付き生成: テキスト / 画像 / クラスラベル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