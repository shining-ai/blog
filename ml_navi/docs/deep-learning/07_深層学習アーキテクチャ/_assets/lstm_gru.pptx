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LSTM / GRU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872000"/>
            <a:ext cx="9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LSTM（Long Short-Term Memory）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412000"/>
            <a:ext cx="9000000" cy="43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466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Cell State  c(t-1) ──────────────────────→ c(t)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204000"/>
            <a:ext cx="2088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忘却ゲート
(Forget Gate)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572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f = σ(Wf·[h,x]+bf)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040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不要な記憶を
消去する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16000" y="3204000"/>
            <a:ext cx="2088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入力ゲート
(Input Gate)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000" y="4572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i = σ(Wi·[h,x]+bi)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000" y="5040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新しい情報を
追加する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2000" y="3204000"/>
            <a:ext cx="2088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出力ゲート
(Output Gate)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2000" y="4572000"/>
            <a:ext cx="208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</a:rPr>
              <a:t>o = σ(Wo·[h,x]+bo)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000" y="5040000"/>
            <a:ext cx="208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080C0"/>
                </a:solidFill>
              </a:rPr>
              <a:t>セル状態から
出力を決定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0000" y="5724000"/>
            <a:ext cx="1800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2E"/>
                </a:solidFill>
              </a:rPr>
              <a:t>h(t-1)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0000" y="5724000"/>
            <a:ext cx="1800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2E"/>
                </a:solidFill>
              </a:rPr>
              <a:t>x(t)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0000" y="3492000"/>
            <a:ext cx="180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h(t)
出力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0000" y="3384000"/>
            <a:ext cx="1440000" cy="720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tanh
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0" y="1872000"/>
            <a:ext cx="97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GRU（Gated Recurrent Unit）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80000" y="2412000"/>
            <a:ext cx="288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60000" y="2412000"/>
            <a:ext cx="270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560000" y="2412000"/>
            <a:ext cx="270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GRU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80000" y="2988000"/>
            <a:ext cx="288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ゲート数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60000" y="2988000"/>
            <a:ext cx="270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3つ
(忘却/入力/出力)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560000" y="2988000"/>
            <a:ext cx="270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2つ
(リセット/更新)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80000" y="3744000"/>
            <a:ext cx="2880000" cy="7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セル状態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60000" y="3744000"/>
            <a:ext cx="2700000" cy="7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あり
(Cell State)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560000" y="3744000"/>
            <a:ext cx="2700000" cy="7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なし
(h のみ)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80000" y="4500000"/>
            <a:ext cx="288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パラメータ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860000" y="4500000"/>
            <a:ext cx="270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多い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560000" y="4500000"/>
            <a:ext cx="270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少ない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80000" y="5256000"/>
            <a:ext cx="2880000" cy="7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学習速度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860000" y="5256000"/>
            <a:ext cx="2700000" cy="7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遅め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560000" y="5256000"/>
            <a:ext cx="2700000" cy="7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速め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80000" y="6012000"/>
            <a:ext cx="288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精度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860000" y="6012000"/>
            <a:ext cx="270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高い (長距離依存)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560000" y="6012000"/>
            <a:ext cx="270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同等〜やや劣る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80000" y="6948000"/>
            <a:ext cx="3960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リセットゲート
r = σ(Wr·[h,x])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80000" y="80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</a:rPr>
              <a:t>過去をどれだけ
忘れるか制御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80000" y="6948000"/>
            <a:ext cx="396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更新ゲート
z = σ(Wz·[h,x])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480000" y="80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</a:rPr>
              <a:t>新旧情報の
混合比率を制御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