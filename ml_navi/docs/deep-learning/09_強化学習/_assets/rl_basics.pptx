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強化学習の基本：エージェントと環境のインタラクション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Reinforcement Learning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5200" y="4906800"/>
            <a:ext cx="4320000" cy="216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エージェント
(Agent)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45200" y="4906800"/>
            <a:ext cx="4320000" cy="216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環境
(Environment)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5200" y="5446800"/>
            <a:ext cx="7200000" cy="10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n 7"/>
          <p:cNvSpPr/>
          <p:nvPr/>
        </p:nvSpPr>
        <p:spPr>
          <a:xfrm>
            <a:off x="13813200" y="5320801"/>
            <a:ext cx="432000" cy="360000"/>
          </a:xfrm>
          <a:prstGeom prst="can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3200" y="4906800"/>
            <a:ext cx="6984000" cy="503999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行動 (Action: aₜ)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5200" y="6526800"/>
            <a:ext cx="7200000" cy="10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n 10"/>
          <p:cNvSpPr/>
          <p:nvPr/>
        </p:nvSpPr>
        <p:spPr>
          <a:xfrm>
            <a:off x="7081200" y="6400801"/>
            <a:ext cx="432000" cy="360000"/>
          </a:xfrm>
          <a:prstGeom prst="can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3200" y="6706800"/>
            <a:ext cx="6984000" cy="503999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報酬 (Reward: rₜ)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5200" y="7246800"/>
            <a:ext cx="7200000" cy="10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7081200" y="7120801"/>
            <a:ext cx="432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53200" y="7426800"/>
            <a:ext cx="6984000" cy="503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次の状態 (sₜ₊₁)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9993600"/>
            <a:ext cx="1985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目標：累積報酬 G = r₀ + γr₁ + γ²r₂ + ... を最大化するポリシー π を学習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10425600"/>
            <a:ext cx="48546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① 観測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0965601"/>
            <a:ext cx="4854600" cy="72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エージェントが
現在の状態 sₜ を観測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2600" y="10425600"/>
            <a:ext cx="48546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② 行動選択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2600" y="10965601"/>
            <a:ext cx="4854600" cy="72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ポリシー π(aₜ|sₜ)
に従い行動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45200" y="10425600"/>
            <a:ext cx="48546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③ 報酬受取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45200" y="10965601"/>
            <a:ext cx="4854600" cy="72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環境から報酬 rₜ
を受け取る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607800" y="10425600"/>
            <a:ext cx="48546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④ 状態遷移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607800" y="10965601"/>
            <a:ext cx="4854600" cy="720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環境が次の状態
sₜ₊₁ に遷移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