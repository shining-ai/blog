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マルコフ決定過程（MDP）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Markov Decision Process + Bellman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0000" y="2700000"/>
            <a:ext cx="1800000" cy="180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S0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000" y="1620000"/>
            <a:ext cx="1800000" cy="180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S1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0" y="4860000"/>
            <a:ext cx="1800000" cy="180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S2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20000" y="2700000"/>
            <a:ext cx="1800000" cy="1800000"/>
          </a:xfrm>
          <a:prstGeom prst="rect">
            <a:avLst/>
          </a:prstGeom>
          <a:solidFill>
            <a:srgbClr val="013CA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0" y="2520000"/>
            <a:ext cx="4320000" cy="108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0000" y="2700000"/>
            <a:ext cx="198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13CA6"/>
                </a:solidFill>
              </a:rPr>
              <a:t>a=right
P=0.7
r=+1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0" y="3600000"/>
            <a:ext cx="4320000" cy="216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50000" y="4320000"/>
            <a:ext cx="198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13CA6"/>
                </a:solidFill>
              </a:rPr>
              <a:t>a=right
P=0.3
r=0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0" y="2520000"/>
            <a:ext cx="4320000" cy="108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70000" y="2700000"/>
            <a:ext cx="198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13CA6"/>
                </a:solidFill>
              </a:rPr>
              <a:t>a=right
P=0.9
r=+10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0" y="3600000"/>
            <a:ext cx="4320000" cy="216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0000" y="4320000"/>
            <a:ext cx="1980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13CA6"/>
                </a:solidFill>
              </a:rPr>
              <a:t>a=up
P=0.8
r=+5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0000" y="4608000"/>
            <a:ext cx="1800000" cy="43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ゴール
(終端状態)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80000" y="1800000"/>
            <a:ext cx="689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MDPの5要素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680000" y="2268000"/>
            <a:ext cx="198000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60000" y="2268000"/>
            <a:ext cx="4910400" cy="61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状態集合 (State Space)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680000" y="2952000"/>
            <a:ext cx="198000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660000" y="2952000"/>
            <a:ext cx="4910400" cy="61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行動集合 (Action Space)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680000" y="3636000"/>
            <a:ext cx="198000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P(s'|s,a)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660000" y="3636000"/>
            <a:ext cx="4910400" cy="61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遷移確率関数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680000" y="4320000"/>
            <a:ext cx="198000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R(s,a,s')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660000" y="4320000"/>
            <a:ext cx="4910400" cy="61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報酬関数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680000" y="5004000"/>
            <a:ext cx="198000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γ ∈ [0,1]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660000" y="5004000"/>
            <a:ext cx="4910400" cy="61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割引率 (Discount Factor)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80000" y="6300000"/>
            <a:ext cx="689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ベルマン方程式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680000" y="6696000"/>
            <a:ext cx="68904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V*(s) = max_a Σ P(s'|s,a)
× [R(s,a,s') + γV*(s')]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680000" y="7740000"/>
            <a:ext cx="68904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最適価値関数 V*(s) は
現在の即時報酬 R ＋
将来の割引報酬 γV*(s') の
期待値最大化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