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36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205704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探索 vs 活用のトレードオフ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332000"/>
            <a:ext cx="205704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E4FC"/>
                </a:solidFill>
              </a:rPr>
              <a:t>Exploration vs Exploitation Dilemma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872000"/>
            <a:ext cx="19850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13CA6"/>
                </a:solidFill>
              </a:rPr>
              <a:t>強化学習の根本的なジレンマ：既知の最良行動を使う（活用）か、新しい情報を探す（探索）か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448000"/>
            <a:ext cx="9745200" cy="90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探索
(Exploration)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3420000"/>
            <a:ext cx="9745200" cy="612000"/>
          </a:xfrm>
          <a:prstGeom prst="rect">
            <a:avLst/>
          </a:prstGeom>
          <a:solidFill>
            <a:srgbClr val="F3FAFE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• 未知の行動・状態を試みる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4068000"/>
            <a:ext cx="9745200" cy="612000"/>
          </a:xfrm>
          <a:prstGeom prst="rect">
            <a:avLst/>
          </a:prstGeom>
          <a:solidFill>
            <a:srgbClr val="F3FAFE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• 短期報酬は低いかもしれない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4716000"/>
            <a:ext cx="9745200" cy="612000"/>
          </a:xfrm>
          <a:prstGeom prst="rect">
            <a:avLst/>
          </a:prstGeom>
          <a:solidFill>
            <a:srgbClr val="F3FAFE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• 長期的により良い方策発見の可能性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5364000"/>
            <a:ext cx="9745200" cy="612000"/>
          </a:xfrm>
          <a:prstGeom prst="rect">
            <a:avLst/>
          </a:prstGeom>
          <a:solidFill>
            <a:srgbClr val="F3FAFE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• 例: ランダムな行動選択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042208" y="2448000"/>
            <a:ext cx="9745200" cy="900000"/>
          </a:xfrm>
          <a:prstGeom prst="rect">
            <a:avLst/>
          </a:prstGeom>
          <a:solidFill>
            <a:srgbClr val="EBA81A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活用
(Exploitation)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42208" y="3420000"/>
            <a:ext cx="9745200" cy="612000"/>
          </a:xfrm>
          <a:prstGeom prst="rect">
            <a:avLst/>
          </a:prstGeom>
          <a:solidFill>
            <a:srgbClr val="F3FAFE"/>
          </a:solidFill>
          <a:ln w="1270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• 現在知っている最良の行動を選ぶ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042208" y="4068000"/>
            <a:ext cx="9745200" cy="612000"/>
          </a:xfrm>
          <a:prstGeom prst="rect">
            <a:avLst/>
          </a:prstGeom>
          <a:solidFill>
            <a:srgbClr val="F3FAFE"/>
          </a:solidFill>
          <a:ln w="1270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• 短期報酬は最大化できる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042208" y="4716000"/>
            <a:ext cx="9745200" cy="612000"/>
          </a:xfrm>
          <a:prstGeom prst="rect">
            <a:avLst/>
          </a:prstGeom>
          <a:solidFill>
            <a:srgbClr val="F3FAFE"/>
          </a:solidFill>
          <a:ln w="1270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• 局所最適に陥る危険性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042208" y="5364000"/>
            <a:ext cx="9745200" cy="612000"/>
          </a:xfrm>
          <a:prstGeom prst="rect">
            <a:avLst/>
          </a:prstGeom>
          <a:solidFill>
            <a:srgbClr val="F3FAFE"/>
          </a:solidFill>
          <a:ln w="1270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• 例: 常に最高Q値の行動を選ぶ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25200" y="3600000"/>
            <a:ext cx="1440000" cy="720000"/>
          </a:xfrm>
          <a:prstGeom prst="rect">
            <a:avLst/>
          </a:prstGeom>
          <a:solidFill>
            <a:srgbClr val="606060"/>
          </a:solidFill>
          <a:ln w="190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VS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5976000"/>
            <a:ext cx="198504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13CA6"/>
                </a:solidFill>
              </a:rPr>
              <a:t>ε-greedy：最もシンプルなバランス手法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0000" y="6300000"/>
            <a:ext cx="10080000" cy="126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π(s) = ランダムな行動（確率 ε）
       argmax_a Q(s,a)  （確率 1-ε）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160000" y="6300000"/>
            <a:ext cx="9410400" cy="126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εの減衰
初期: ε=1.0（全探索）
→ 徐々に減少
→ 最終: ε=0.01（ほぼ活用）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7632000"/>
            <a:ext cx="198504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13CA6"/>
                </a:solidFill>
              </a:rPr>
              <a:t>その他のバランス戦略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0000" y="7920000"/>
            <a:ext cx="48546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UCB
(Upper Confidence Bound)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000" y="8640000"/>
            <a:ext cx="4854600" cy="1080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00000"/>
                </a:solidFill>
              </a:rPr>
              <a:t>不確実性が高い行動を優先
a* = argmax[Q(a) + c√(ln t / N(a))]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82600" y="7920000"/>
            <a:ext cx="48546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Thompson Sampling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82600" y="8640000"/>
            <a:ext cx="4854600" cy="1080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00000"/>
                </a:solidFill>
              </a:rPr>
              <a:t>ベイズ推定で事後分布から
サンプリングして行動選択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645200" y="7920000"/>
            <a:ext cx="48546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Boltzmann探索
(Softmax)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45200" y="8640000"/>
            <a:ext cx="4854600" cy="1080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00000"/>
                </a:solidFill>
              </a:rPr>
              <a:t>温度パラメータτでQ値を
ソフトマックス変換して選択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607800" y="7920000"/>
            <a:ext cx="48546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Curiosity-Driven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607800" y="8640000"/>
            <a:ext cx="4854600" cy="1080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00000"/>
                </a:solidFill>
              </a:rPr>
              <a:t>内発的報酬（驚き度）を加算
→ 新しい状態を積極的に探索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