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Actor-Critic：方策勾配法の構成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Policy Gradient / Actor-Critic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8485200" y="4680000"/>
            <a:ext cx="4320000" cy="1800000"/>
          </a:xfrm>
          <a:prstGeom prst="rect">
            <a:avLst/>
          </a:prstGeom>
          <a:solidFill>
            <a:srgbClr val="BDE4FC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13CA6"/>
                </a:solidFill>
              </a:rPr>
              <a:t>環境
(Environment)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40000" y="2520000"/>
            <a:ext cx="5760000" cy="27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Actor
(Policy Network)
π(a|s; θ)
→ 行動確率を出力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14090400" y="2520000"/>
            <a:ext cx="5760000" cy="270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Critic
(Value Network)
V(s; w)
→ 状態価値を推定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4176000" y="5220000"/>
            <a:ext cx="288000" cy="468000"/>
          </a:xfrm>
          <a:prstGeom prst="foldedCorner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0" y="5256000"/>
            <a:ext cx="2880000" cy="396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行動 aₜ を実行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6000" y="6480000"/>
            <a:ext cx="108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lded Corner 10"/>
          <p:cNvSpPr/>
          <p:nvPr/>
        </p:nvSpPr>
        <p:spPr>
          <a:xfrm>
            <a:off x="4176000" y="7200000"/>
            <a:ext cx="288000" cy="288000"/>
          </a:xfrm>
          <a:prstGeom prst="foldedCorner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916400" y="6480000"/>
            <a:ext cx="108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olded Corner 12"/>
          <p:cNvSpPr/>
          <p:nvPr/>
        </p:nvSpPr>
        <p:spPr>
          <a:xfrm>
            <a:off x="16826400" y="7200000"/>
            <a:ext cx="288000" cy="288000"/>
          </a:xfrm>
          <a:prstGeom prst="foldedCorner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0" y="3816000"/>
            <a:ext cx="6890400" cy="10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0" y="3222000"/>
            <a:ext cx="6890400" cy="576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Advantage A(s,a) = r + γV(s') - V(s)
→ Actorの勾配更新に使用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1800000"/>
            <a:ext cx="19850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13CA6"/>
                </a:solidFill>
              </a:rPr>
              <a:t>状態 sₜ を両ネットワークに入力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7812000"/>
            <a:ext cx="19850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更新則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8100000"/>
            <a:ext cx="65088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Actor 更新
(Policy Gradient)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8748000"/>
            <a:ext cx="65088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θ ← θ + α ∇_θ log π(a|s;θ) · A(s,a)
方策を改善方向に更新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6800" y="8100000"/>
            <a:ext cx="65088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Critic 更新
(Value Regression)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6800" y="8748000"/>
            <a:ext cx="65088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w ← w - β ∇_w [r + γV(s';w) - V(s;w)]²
TD誤差を最小化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953600" y="8100000"/>
            <a:ext cx="6508800" cy="648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代表的手法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953600" y="8748000"/>
            <a:ext cx="6508800" cy="1152000"/>
          </a:xfrm>
          <a:prstGeom prst="rect">
            <a:avLst/>
          </a:prstGeom>
          <a:solidFill>
            <a:srgbClr val="F3FAFE"/>
          </a:solidFill>
          <a:ln w="9525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00000"/>
                </a:solidFill>
              </a:rPr>
              <a:t>A3C, A2C, PPO, SAC
特にPPOは安定性が高く広く使用される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