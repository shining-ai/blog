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動的計画法：GridWorldの価値反復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Dynamic Programming - Value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3200" y="1872000"/>
            <a:ext cx="46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</a:rPr>
              <a:t>STEP 0（初期値）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3200" y="2304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5200" y="2304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7200" y="2304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749200" y="2304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93200" y="3456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5200" y="3456000"/>
            <a:ext cx="1152000" cy="1152000"/>
          </a:xfrm>
          <a:prstGeom prst="rect">
            <a:avLst/>
          </a:prstGeom>
          <a:solidFill>
            <a:srgbClr val="606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7200" y="3456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9200" y="3456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3200" y="4608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5200" y="4608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7200" y="4608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49200" y="4608000"/>
            <a:ext cx="1152000" cy="1152000"/>
          </a:xfrm>
          <a:prstGeom prst="rect">
            <a:avLst/>
          </a:prstGeom>
          <a:solidFill>
            <a:srgbClr val="606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3200" y="5760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5200" y="5760000"/>
            <a:ext cx="1152000" cy="1152000"/>
          </a:xfrm>
          <a:prstGeom prst="rect">
            <a:avLst/>
          </a:prstGeom>
          <a:solidFill>
            <a:srgbClr val="606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7200" y="5760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49200" y="5760000"/>
            <a:ext cx="1152000" cy="115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22" name="Can 21"/>
          <p:cNvSpPr/>
          <p:nvPr/>
        </p:nvSpPr>
        <p:spPr>
          <a:xfrm>
            <a:off x="7081200" y="4428000"/>
            <a:ext cx="108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1200" y="1872000"/>
            <a:ext cx="46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</a:rPr>
              <a:t>STEP 1（1回目更新）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41200" y="2304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93200" y="2304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45200" y="2304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797200" y="2304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41200" y="3456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93200" y="3456000"/>
            <a:ext cx="1152000" cy="1152000"/>
          </a:xfrm>
          <a:prstGeom prst="rect">
            <a:avLst/>
          </a:prstGeom>
          <a:solidFill>
            <a:srgbClr val="606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45200" y="3456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797200" y="3456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1200" y="4608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93200" y="4608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45200" y="4608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797200" y="4608000"/>
            <a:ext cx="1152000" cy="1152000"/>
          </a:xfrm>
          <a:prstGeom prst="rect">
            <a:avLst/>
          </a:prstGeom>
          <a:solidFill>
            <a:srgbClr val="606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41200" y="5760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93200" y="5760000"/>
            <a:ext cx="1152000" cy="1152000"/>
          </a:xfrm>
          <a:prstGeom prst="rect">
            <a:avLst/>
          </a:prstGeom>
          <a:solidFill>
            <a:srgbClr val="606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45200" y="5760000"/>
            <a:ext cx="11520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0.5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797200" y="5760000"/>
            <a:ext cx="1152000" cy="115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40" name="Can 39"/>
          <p:cNvSpPr/>
          <p:nvPr/>
        </p:nvSpPr>
        <p:spPr>
          <a:xfrm>
            <a:off x="13129200" y="4428000"/>
            <a:ext cx="108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389200" y="1872000"/>
            <a:ext cx="46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</a:rPr>
              <a:t>収束後（最適価値）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389200" y="2304000"/>
            <a:ext cx="1152000" cy="1152000"/>
          </a:xfrm>
          <a:prstGeom prst="rect">
            <a:avLst/>
          </a:prstGeom>
          <a:solidFill>
            <a:srgbClr val="8FACD9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0.41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1200" y="2304000"/>
            <a:ext cx="1152000" cy="1152000"/>
          </a:xfrm>
          <a:prstGeom prst="rect">
            <a:avLst/>
          </a:prstGeom>
          <a:solidFill>
            <a:srgbClr val="7597D0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0.52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693200" y="2304000"/>
            <a:ext cx="1152000" cy="1152000"/>
          </a:xfrm>
          <a:prstGeom prst="rect">
            <a:avLst/>
          </a:prstGeom>
          <a:solidFill>
            <a:srgbClr val="537CC3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0.66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845200" y="2304000"/>
            <a:ext cx="1152000" cy="1152000"/>
          </a:xfrm>
          <a:prstGeom prst="rect">
            <a:avLst/>
          </a:prstGeom>
          <a:solidFill>
            <a:srgbClr val="2A5CB4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0.83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389200" y="3456000"/>
            <a:ext cx="1152000" cy="1152000"/>
          </a:xfrm>
          <a:prstGeom prst="rect">
            <a:avLst/>
          </a:prstGeom>
          <a:solidFill>
            <a:srgbClr val="A7BFE2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0.31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541200" y="3456000"/>
            <a:ext cx="1152000" cy="1152000"/>
          </a:xfrm>
          <a:prstGeom prst="rect">
            <a:avLst/>
          </a:prstGeom>
          <a:solidFill>
            <a:srgbClr val="606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693200" y="3456000"/>
            <a:ext cx="1152000" cy="1152000"/>
          </a:xfrm>
          <a:prstGeom prst="rect">
            <a:avLst/>
          </a:prstGeom>
          <a:solidFill>
            <a:srgbClr val="2A5CB4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0.83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845200" y="3456000"/>
            <a:ext cx="1152000" cy="1152000"/>
          </a:xfrm>
          <a:prstGeom prst="rect">
            <a:avLst/>
          </a:prstGeom>
          <a:solidFill>
            <a:srgbClr val="013CA6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389200" y="4608000"/>
            <a:ext cx="1152000" cy="1152000"/>
          </a:xfrm>
          <a:prstGeom prst="rect">
            <a:avLst/>
          </a:prstGeom>
          <a:solidFill>
            <a:srgbClr val="BBCEE9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0.23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541200" y="4608000"/>
            <a:ext cx="1152000" cy="1152000"/>
          </a:xfrm>
          <a:prstGeom prst="rect">
            <a:avLst/>
          </a:prstGeom>
          <a:solidFill>
            <a:srgbClr val="A7BFE2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0.31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693200" y="4608000"/>
            <a:ext cx="1152000" cy="1152000"/>
          </a:xfrm>
          <a:prstGeom prst="rect">
            <a:avLst/>
          </a:prstGeom>
          <a:solidFill>
            <a:srgbClr val="537CC3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0.66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845200" y="4608000"/>
            <a:ext cx="1152000" cy="1152000"/>
          </a:xfrm>
          <a:prstGeom prst="rect">
            <a:avLst/>
          </a:prstGeom>
          <a:solidFill>
            <a:srgbClr val="606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389200" y="5760000"/>
            <a:ext cx="1152000" cy="1152000"/>
          </a:xfrm>
          <a:prstGeom prst="rect">
            <a:avLst/>
          </a:prstGeom>
          <a:solidFill>
            <a:srgbClr val="C9D9EF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0.17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541200" y="5760000"/>
            <a:ext cx="1152000" cy="1152000"/>
          </a:xfrm>
          <a:prstGeom prst="rect">
            <a:avLst/>
          </a:prstGeom>
          <a:solidFill>
            <a:srgbClr val="606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693200" y="5760000"/>
            <a:ext cx="1152000" cy="1152000"/>
          </a:xfrm>
          <a:prstGeom prst="rect">
            <a:avLst/>
          </a:prstGeom>
          <a:solidFill>
            <a:srgbClr val="7597D0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0.52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845200" y="5760000"/>
            <a:ext cx="1152000" cy="115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0000" y="7056000"/>
            <a:ext cx="1985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価値反復アルゴリズムの手順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0000" y="7380000"/>
            <a:ext cx="48546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1: 初期化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0000" y="8028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全状態の価値を0に設定
V(s) = 0 for all 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82600" y="7380000"/>
            <a:ext cx="48546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2: 更新式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82600" y="8028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V(s) ← max_a Σ P(s'|s,a)
[R(s,a,s') + γV(s')]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45200" y="7380000"/>
            <a:ext cx="48546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3: 収束判定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45200" y="8028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|V_new(s) - V_old(s)| &lt; ε
になるまで繰り返す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607800" y="7380000"/>
            <a:ext cx="48546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4: ポリシー抽出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607800" y="8028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π*(s) = argmax_a Σ P(s'|s,a)
[R + γV*(s')]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