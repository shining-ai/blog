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Q学習 vs SARSA：更新式の比較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Q-Learning (Off-Policy) vs SARSA (On-Policy)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9745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Q学習 (Q-Learning)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9745200" cy="43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Off-Policy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240000"/>
            <a:ext cx="191304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
(現状態)</a:t>
            </a:r>
          </a:p>
        </p:txBody>
      </p:sp>
      <p:sp>
        <p:nvSpPr>
          <p:cNvPr id="8" name="Can 7"/>
          <p:cNvSpPr/>
          <p:nvPr/>
        </p:nvSpPr>
        <p:spPr>
          <a:xfrm>
            <a:off x="263304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9040" y="3240000"/>
            <a:ext cx="191304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
(行動)</a:t>
            </a:r>
          </a:p>
        </p:txBody>
      </p:sp>
      <p:sp>
        <p:nvSpPr>
          <p:cNvPr id="10" name="Can 9"/>
          <p:cNvSpPr/>
          <p:nvPr/>
        </p:nvSpPr>
        <p:spPr>
          <a:xfrm>
            <a:off x="458208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8080" y="3240000"/>
            <a:ext cx="191304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
(報酬)</a:t>
            </a:r>
          </a:p>
        </p:txBody>
      </p:sp>
      <p:sp>
        <p:nvSpPr>
          <p:cNvPr id="12" name="Can 11"/>
          <p:cNvSpPr/>
          <p:nvPr/>
        </p:nvSpPr>
        <p:spPr>
          <a:xfrm>
            <a:off x="653112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7120" y="3240000"/>
            <a:ext cx="191304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S'
(次状態)</a:t>
            </a:r>
          </a:p>
        </p:txBody>
      </p:sp>
      <p:sp>
        <p:nvSpPr>
          <p:cNvPr id="14" name="Can 13"/>
          <p:cNvSpPr/>
          <p:nvPr/>
        </p:nvSpPr>
        <p:spPr>
          <a:xfrm>
            <a:off x="848016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16160" y="3240000"/>
            <a:ext cx="1913040" cy="900000"/>
          </a:xfrm>
          <a:prstGeom prst="rect">
            <a:avLst/>
          </a:prstGeom>
          <a:solidFill>
            <a:srgbClr val="60606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A'
(次行動)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176000"/>
            <a:ext cx="9745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</a:rPr>
              <a:t>A' は使わず max を取る（Q-Learning）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680000"/>
            <a:ext cx="9745200" cy="108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Q(s,a) ← Q(s,a) + α
[r + γ max_a' Q(s',a') - Q(s,a)]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5760000"/>
            <a:ext cx="97452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ターゲット: r + γ·max Q(s', a')
→ 次の状態で最大Q値を使用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6660000"/>
            <a:ext cx="9745200" cy="503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更新の特徴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163999"/>
            <a:ext cx="97452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実際の行動 a' に関わらず
最大Q値で更新
（最適方策を直接学習）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8280000"/>
            <a:ext cx="97452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特性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8783999"/>
            <a:ext cx="9745200" cy="1007999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最適方策を効率よく学習
ε-greedyで探索しながら
最適解に収束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45200" y="1800000"/>
            <a:ext cx="9745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SARSA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45200" y="2592000"/>
            <a:ext cx="9745200" cy="43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On-Policy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45200" y="3240000"/>
            <a:ext cx="191304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
(現状態)</a:t>
            </a:r>
          </a:p>
        </p:txBody>
      </p:sp>
      <p:sp>
        <p:nvSpPr>
          <p:cNvPr id="26" name="Can 25"/>
          <p:cNvSpPr/>
          <p:nvPr/>
        </p:nvSpPr>
        <p:spPr>
          <a:xfrm>
            <a:off x="1255824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594240" y="3240000"/>
            <a:ext cx="191304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
(行動)</a:t>
            </a:r>
          </a:p>
        </p:txBody>
      </p:sp>
      <p:sp>
        <p:nvSpPr>
          <p:cNvPr id="28" name="Can 27"/>
          <p:cNvSpPr/>
          <p:nvPr/>
        </p:nvSpPr>
        <p:spPr>
          <a:xfrm>
            <a:off x="1450728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543280" y="3240000"/>
            <a:ext cx="191304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
(報酬)</a:t>
            </a:r>
          </a:p>
        </p:txBody>
      </p:sp>
      <p:sp>
        <p:nvSpPr>
          <p:cNvPr id="30" name="Can 29"/>
          <p:cNvSpPr/>
          <p:nvPr/>
        </p:nvSpPr>
        <p:spPr>
          <a:xfrm>
            <a:off x="1645632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92320" y="3240000"/>
            <a:ext cx="191304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S'
(次状態)</a:t>
            </a:r>
          </a:p>
        </p:txBody>
      </p:sp>
      <p:sp>
        <p:nvSpPr>
          <p:cNvPr id="32" name="Can 31"/>
          <p:cNvSpPr/>
          <p:nvPr/>
        </p:nvSpPr>
        <p:spPr>
          <a:xfrm>
            <a:off x="18405360" y="3510000"/>
            <a:ext cx="36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441360" y="3240000"/>
            <a:ext cx="191304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A'
(次行動)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45200" y="4176000"/>
            <a:ext cx="9745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</a:rPr>
              <a:t>← SARSAの名前はこの5要素から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45200" y="4680000"/>
            <a:ext cx="9745200" cy="108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Q(s,a) ← Q(s,a) + α
[r + γ Q(s',a') - Q(s,a)]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45200" y="5760000"/>
            <a:ext cx="97452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ターゲット: r + γ·Q(s', a')
→ 実際に選んだ行動 a' を使用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45200" y="6660000"/>
            <a:ext cx="9745200" cy="503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更新の特徴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45200" y="7163999"/>
            <a:ext cx="97452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実際の行動 a' のQ値で更新
（実行中のポリシーを直接改善）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45200" y="8280000"/>
            <a:ext cx="97452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特性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45200" y="8783999"/>
            <a:ext cx="9745200" cy="1007999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安全な行動を学習しやすい
実際の行動に基づく更新
リスク回避に向く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27200" y="1620000"/>
            <a:ext cx="36000" cy="94536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0000" y="10965601"/>
            <a:ext cx="198504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Cliff Walking問題：Q学習は崖沿いの最適経路、SARSAは安全な遠回り経路を選ぶ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