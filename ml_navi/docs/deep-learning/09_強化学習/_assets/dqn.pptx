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DQN：Deep Q-Network の構成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Deep Q-Network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5200" y="2160000"/>
            <a:ext cx="324000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状態入力
(State 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5200" y="3060000"/>
            <a:ext cx="324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ゲーム画面
(84×84×4
フレームスタック)</a:t>
            </a:r>
          </a:p>
        </p:txBody>
      </p:sp>
      <p:sp>
        <p:nvSpPr>
          <p:cNvPr id="7" name="Can 6"/>
          <p:cNvSpPr/>
          <p:nvPr/>
        </p:nvSpPr>
        <p:spPr>
          <a:xfrm>
            <a:off x="6091200" y="3420000"/>
            <a:ext cx="82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55200" y="2160000"/>
            <a:ext cx="324000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Q-Network
(Main NN)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55200" y="3060000"/>
            <a:ext cx="324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CNN層 + FC層
→ 各行動の
Q値を出力</a:t>
            </a:r>
          </a:p>
        </p:txBody>
      </p:sp>
      <p:sp>
        <p:nvSpPr>
          <p:cNvPr id="10" name="Can 9"/>
          <p:cNvSpPr/>
          <p:nvPr/>
        </p:nvSpPr>
        <p:spPr>
          <a:xfrm>
            <a:off x="10231200" y="3420000"/>
            <a:ext cx="82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95200" y="2160000"/>
            <a:ext cx="324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Q値出力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95200" y="3060000"/>
            <a:ext cx="324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Q(s, 左)=1.2
Q(s, 右)=3.4
Q(s, 停)=0.8</a:t>
            </a:r>
          </a:p>
        </p:txBody>
      </p:sp>
      <p:sp>
        <p:nvSpPr>
          <p:cNvPr id="13" name="Can 12"/>
          <p:cNvSpPr/>
          <p:nvPr/>
        </p:nvSpPr>
        <p:spPr>
          <a:xfrm>
            <a:off x="14371200" y="3420000"/>
            <a:ext cx="82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235200" y="2160000"/>
            <a:ext cx="3240000" cy="90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行動選択
(ε-greedy)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35200" y="3060000"/>
            <a:ext cx="324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ε確率で探索
1-ε確率で
最大Q値選択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5616000"/>
            <a:ext cx="1985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DQNの3つの重要な工夫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5940000"/>
            <a:ext cx="64968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Experience Replay
Buffer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6660000"/>
            <a:ext cx="64968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遷移 (s,a,r,s') を
バッファに蓄積
ランダムサンプリングで
ミニバッチ学習
→ 相関破壊・安定化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96800" y="5940000"/>
            <a:ext cx="64968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Target Network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6800" y="6660000"/>
            <a:ext cx="64968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メインNNとは別に
ターゲット用NNを保持
定期的（Cステップごと）
にコピー
→ 学習の安定化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73600" y="5940000"/>
            <a:ext cx="64968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損失関数
(Huber Loss)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73600" y="6660000"/>
            <a:ext cx="64968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L = (TD誤差)²
TD誤差 = 
r + γ·max Q_target(s',a')
    - Q_main(s,a)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8820000"/>
            <a:ext cx="1985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13CA6"/>
                </a:solidFill>
              </a:rPr>
              <a:t>学習ループ：行動 → 環境 → (s,a,r,s') をバッファへ → サンプリング → TD誤差計算 → 逆伝播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9180000"/>
            <a:ext cx="19850400" cy="57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DQN実績: Atari 57ゲームで人間レベルを達成（DeepMind 2015）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