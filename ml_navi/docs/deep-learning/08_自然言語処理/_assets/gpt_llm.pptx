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GPT：自己回帰生成とスケーリング則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GPT &amp;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728000"/>
            <a:ext cx="1985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自己回帰（Autoregressive）生成フロー：前トークンを条件に次トークンを逐次生成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5200" y="2340000"/>
            <a:ext cx="288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プロンプト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005200" y="3060000"/>
            <a:ext cx="2880000" cy="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"東京は"</a:t>
            </a:r>
          </a:p>
        </p:txBody>
      </p:sp>
      <p:sp>
        <p:nvSpPr>
          <p:cNvPr id="8" name="Can 7"/>
          <p:cNvSpPr/>
          <p:nvPr/>
        </p:nvSpPr>
        <p:spPr>
          <a:xfrm>
            <a:off x="4921200" y="2772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05200" y="2340000"/>
            <a:ext cx="288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Step 1
予測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5200" y="3060000"/>
            <a:ext cx="2880000" cy="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"大きな"</a:t>
            </a:r>
          </a:p>
        </p:txBody>
      </p:sp>
      <p:sp>
        <p:nvSpPr>
          <p:cNvPr id="11" name="Can 10"/>
          <p:cNvSpPr/>
          <p:nvPr/>
        </p:nvSpPr>
        <p:spPr>
          <a:xfrm>
            <a:off x="8521200" y="2772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05200" y="2340000"/>
            <a:ext cx="288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Step 2
予測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5200" y="3060000"/>
            <a:ext cx="2880000" cy="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"都市"</a:t>
            </a:r>
          </a:p>
        </p:txBody>
      </p:sp>
      <p:sp>
        <p:nvSpPr>
          <p:cNvPr id="14" name="Can 13"/>
          <p:cNvSpPr/>
          <p:nvPr/>
        </p:nvSpPr>
        <p:spPr>
          <a:xfrm>
            <a:off x="12121200" y="2772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5200" y="2340000"/>
            <a:ext cx="288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Step 3
予測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5200" y="3060000"/>
            <a:ext cx="2880000" cy="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"です"</a:t>
            </a:r>
          </a:p>
        </p:txBody>
      </p:sp>
      <p:sp>
        <p:nvSpPr>
          <p:cNvPr id="17" name="Can 16"/>
          <p:cNvSpPr/>
          <p:nvPr/>
        </p:nvSpPr>
        <p:spPr>
          <a:xfrm>
            <a:off x="15721200" y="2772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05200" y="2340000"/>
            <a:ext cx="288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Step 4
予測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05200" y="3060000"/>
            <a:ext cx="2880000" cy="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"。"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140000"/>
            <a:ext cx="1985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Causal Mask：自分より後のトークンは参照不可（左から右への一方向Attention）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536000"/>
            <a:ext cx="1985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13CA6"/>
                </a:solidFill>
              </a:rPr>
              <a:t>コンテキストウィンドウ（GPT-4: 128k tokens）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4860000"/>
            <a:ext cx="19850400" cy="54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← プロンプト（入力） ────────────────────── 生成（出力）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436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スケーリング則 (Scaling Laws)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760000"/>
            <a:ext cx="64968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モデルサイズ
(パラメータ数)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6480000"/>
            <a:ext cx="64968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GPT-1: 117M
GPT-2: 1.5B
GPT-3: 175B
GPT-4: ~1T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6800" y="5760000"/>
            <a:ext cx="64968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データ量
(トークン数)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6800" y="6480000"/>
            <a:ext cx="64968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増加に比例して
性能が向上
（冪乗則）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073600" y="5760000"/>
            <a:ext cx="64968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計算量
(FLOPs)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73600" y="6480000"/>
            <a:ext cx="64968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Compute ∝
N × D
（パラメータ×データ）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8028001"/>
            <a:ext cx="19850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創発的能力（Emergent Abilities）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8280000"/>
            <a:ext cx="386208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In-context Learning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90080" y="8280000"/>
            <a:ext cx="386208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Chain-of-Thought推論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60160" y="8280000"/>
            <a:ext cx="386208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コード生成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630240" y="8280000"/>
            <a:ext cx="386208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多言語翻訳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600320" y="8280000"/>
            <a:ext cx="386208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数学的推論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