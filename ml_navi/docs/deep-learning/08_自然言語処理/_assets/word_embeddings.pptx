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Word2Vec：CBOW vs Skip-gram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Word Embeddings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000" y="1800000"/>
            <a:ext cx="828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CBOW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664000"/>
            <a:ext cx="82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606060"/>
                </a:solidFill>
              </a:rPr>
              <a:t>周辺語 → 中心語を予測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311999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4000" y="3744000"/>
            <a:ext cx="144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the</a:t>
            </a:r>
          </a:p>
        </p:txBody>
      </p:sp>
      <p:sp>
        <p:nvSpPr>
          <p:cNvPr id="9" name="Folded Corner 8"/>
          <p:cNvSpPr/>
          <p:nvPr/>
        </p:nvSpPr>
        <p:spPr>
          <a:xfrm>
            <a:off x="2880000" y="4428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8000" y="3744000"/>
            <a:ext cx="144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quick</a:t>
            </a:r>
          </a:p>
        </p:txBody>
      </p:sp>
      <p:sp>
        <p:nvSpPr>
          <p:cNvPr id="11" name="Folded Corner 10"/>
          <p:cNvSpPr/>
          <p:nvPr/>
        </p:nvSpPr>
        <p:spPr>
          <a:xfrm>
            <a:off x="4464000" y="4428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72000" y="3744000"/>
            <a:ext cx="144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fox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6048000" y="4428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56000" y="3744000"/>
            <a:ext cx="144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jumps</a:t>
            </a:r>
          </a:p>
        </p:txBody>
      </p:sp>
      <p:sp>
        <p:nvSpPr>
          <p:cNvPr id="15" name="Folded Corner 14"/>
          <p:cNvSpPr/>
          <p:nvPr/>
        </p:nvSpPr>
        <p:spPr>
          <a:xfrm>
            <a:off x="7632000" y="4428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4788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HIDDEN (Embedding)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0000" y="5184000"/>
            <a:ext cx="25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密なベクトル空間
(300次元など)</a:t>
            </a:r>
          </a:p>
        </p:txBody>
      </p:sp>
      <p:sp>
        <p:nvSpPr>
          <p:cNvPr id="18" name="Folded Corner 17"/>
          <p:cNvSpPr/>
          <p:nvPr/>
        </p:nvSpPr>
        <p:spPr>
          <a:xfrm>
            <a:off x="5256000" y="594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" y="630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0" y="6696000"/>
            <a:ext cx="216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brown (予測)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0000" y="7740000"/>
            <a:ext cx="8280000" cy="864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4語の文脈から中心語を予測
→ 高頻度語に強い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80000" y="1800000"/>
            <a:ext cx="828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Skip-gram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0" y="2664000"/>
            <a:ext cx="82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606060"/>
                </a:solidFill>
              </a:rPr>
              <a:t>中心語 → 周辺語を予測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0000" y="3311999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040000" y="3744000"/>
            <a:ext cx="21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brown</a:t>
            </a:r>
          </a:p>
        </p:txBody>
      </p:sp>
      <p:sp>
        <p:nvSpPr>
          <p:cNvPr id="26" name="Folded Corner 25"/>
          <p:cNvSpPr/>
          <p:nvPr/>
        </p:nvSpPr>
        <p:spPr>
          <a:xfrm>
            <a:off x="14976000" y="4428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80000" y="4788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HIDDEN (Embedding)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60000" y="5184000"/>
            <a:ext cx="2520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密なベクトル空間
(300次元など)</a:t>
            </a:r>
          </a:p>
        </p:txBody>
      </p:sp>
      <p:sp>
        <p:nvSpPr>
          <p:cNvPr id="29" name="Folded Corner 28"/>
          <p:cNvSpPr/>
          <p:nvPr/>
        </p:nvSpPr>
        <p:spPr>
          <a:xfrm>
            <a:off x="14976000" y="594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80000" y="630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024000" y="6696000"/>
            <a:ext cx="144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608000" y="6696000"/>
            <a:ext cx="144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quick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92000" y="6696000"/>
            <a:ext cx="144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76000" y="6696000"/>
            <a:ext cx="144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jumps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80000" y="7740000"/>
            <a:ext cx="8280000" cy="864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1語から4つの周辺語を予測
→ 低頻度語に強い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27200" y="1620000"/>
            <a:ext cx="36000" cy="94536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000" y="10893600"/>
            <a:ext cx="1985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どちらも学習後の重み行列が「単語埋め込みベクトル」として利用される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