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テキスト表現：BoW vs 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Text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980000"/>
            <a:ext cx="3060000" cy="864000"/>
          </a:xfrm>
          <a:prstGeom prst="rect">
            <a:avLst/>
          </a:prstGeom>
          <a:solidFill>
            <a:srgbClr val="60606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780000" y="1980000"/>
            <a:ext cx="6840000" cy="86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BoW (Bag-of-Words)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0000" y="1980000"/>
            <a:ext cx="6840000" cy="86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844000"/>
            <a:ext cx="306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定義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0000" y="2844000"/>
            <a:ext cx="684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単語の出現頻度をカウント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20000" y="2844000"/>
            <a:ext cx="684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頻度 × 逆文書頻度で重み付け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3996000"/>
            <a:ext cx="306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数式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3996000"/>
            <a:ext cx="684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TF(t,d) = 出現回数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20000" y="3996000"/>
            <a:ext cx="684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TF-IDF = TF × log(N/df)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5148000"/>
            <a:ext cx="306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一般単語の扱い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0000" y="5148000"/>
            <a:ext cx="684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区別しない（頻出単語が高スコア）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20000" y="5148000"/>
            <a:ext cx="684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重要度が下がる（逆文書頻度で抑制）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6300000"/>
            <a:ext cx="306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希少単語の扱い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0000" y="6300000"/>
            <a:ext cx="684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低スコアになりやすい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20000" y="6300000"/>
            <a:ext cx="684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高スコアになりやすい（特徴的）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452000"/>
            <a:ext cx="306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計算コスト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0000" y="7452000"/>
            <a:ext cx="684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低（カウントのみ）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20000" y="7452000"/>
            <a:ext cx="6840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中（df計算が必要）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8604000"/>
            <a:ext cx="306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主な用途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0000" y="8604000"/>
            <a:ext cx="684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簡易分類・文書頻度分析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20000" y="8604000"/>
            <a:ext cx="684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情報検索・文書分類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80000" y="1476001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スパース行列イメージ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360000" y="1980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8900000" y="1980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40000" y="1980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980000" y="1980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食べ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60000" y="2565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00000" y="2565000"/>
            <a:ext cx="540000" cy="585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40000" y="2565000"/>
            <a:ext cx="540000" cy="585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06060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980000" y="2565000"/>
            <a:ext cx="540000" cy="585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60000" y="3150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900000" y="3150000"/>
            <a:ext cx="540000" cy="585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06060"/>
                </a:solidFill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40000" y="3150000"/>
            <a:ext cx="540000" cy="585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980000" y="3150000"/>
            <a:ext cx="540000" cy="585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360000" y="3735000"/>
            <a:ext cx="540000" cy="585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900000" y="3735000"/>
            <a:ext cx="540000" cy="585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40000" y="3735000"/>
            <a:ext cx="540000" cy="585000"/>
          </a:xfrm>
          <a:prstGeom prst="rect">
            <a:avLst/>
          </a:prstGeom>
          <a:solidFill>
            <a:srgbClr val="BDE4FC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980000" y="3735000"/>
            <a:ext cx="540000" cy="585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06060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80000" y="439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0が多い＝スパース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