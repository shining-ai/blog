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RAG：検索拡張生成パイプライン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5200" y="2700000"/>
            <a:ext cx="252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ユーザー
クエリ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5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「東京の
人口は？」</a:t>
            </a:r>
          </a:p>
        </p:txBody>
      </p:sp>
      <p:sp>
        <p:nvSpPr>
          <p:cNvPr id="7" name="Can 6"/>
          <p:cNvSpPr/>
          <p:nvPr/>
        </p:nvSpPr>
        <p:spPr>
          <a:xfrm>
            <a:off x="3661200" y="4140000"/>
            <a:ext cx="72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17200" y="2700000"/>
            <a:ext cx="252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クエリ
エンコーダ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7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Query
Embedding
[0.2, 0.8, ...]</a:t>
            </a:r>
          </a:p>
        </p:txBody>
      </p:sp>
      <p:sp>
        <p:nvSpPr>
          <p:cNvPr id="10" name="Can 9"/>
          <p:cNvSpPr/>
          <p:nvPr/>
        </p:nvSpPr>
        <p:spPr>
          <a:xfrm>
            <a:off x="6973200" y="4140000"/>
            <a:ext cx="72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9200" y="2700000"/>
            <a:ext cx="252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Vector DB
類似検索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9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Top-K
ドキュメント
取得</a:t>
            </a:r>
          </a:p>
        </p:txBody>
      </p:sp>
      <p:sp>
        <p:nvSpPr>
          <p:cNvPr id="13" name="Can 12"/>
          <p:cNvSpPr/>
          <p:nvPr/>
        </p:nvSpPr>
        <p:spPr>
          <a:xfrm>
            <a:off x="10285200" y="4140000"/>
            <a:ext cx="72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41200" y="2700000"/>
            <a:ext cx="2520000" cy="9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コンテキスト
構築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41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クエリ ＋
関連文書を
結合</a:t>
            </a:r>
          </a:p>
        </p:txBody>
      </p:sp>
      <p:sp>
        <p:nvSpPr>
          <p:cNvPr id="16" name="Can 15"/>
          <p:cNvSpPr/>
          <p:nvPr/>
        </p:nvSpPr>
        <p:spPr>
          <a:xfrm>
            <a:off x="13597200" y="4140000"/>
            <a:ext cx="72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353200" y="2700000"/>
            <a:ext cx="25200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LLM
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3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GPT/Claude
等のLLM</a:t>
            </a:r>
          </a:p>
        </p:txBody>
      </p:sp>
      <p:sp>
        <p:nvSpPr>
          <p:cNvPr id="19" name="Can 18"/>
          <p:cNvSpPr/>
          <p:nvPr/>
        </p:nvSpPr>
        <p:spPr>
          <a:xfrm>
            <a:off x="16909200" y="4140000"/>
            <a:ext cx="720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665200" y="2700000"/>
            <a:ext cx="2520000" cy="90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最終
回答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665200" y="3600000"/>
            <a:ext cx="2520000" cy="23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「東京の人口は
約1,400万人
です」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192000"/>
            <a:ext cx="1985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</a:rPr>
              <a:t>Vector DBの構成（例：FAISS, Pinecone, Weaviate）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64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オフライン
Indexing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71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ドキュメントを
Embedding化
→ ベクトルDB格納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82600" y="64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類似度検索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2600" y="71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コサイン類似度
/ 内積計算
→ Top-K取得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45200" y="64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RAGの利点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45200" y="71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LLMの知識を
リアルタイム更新
→ 幻覚を低減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607800" y="6480000"/>
            <a:ext cx="48546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RAGの限界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607800" y="7128000"/>
            <a:ext cx="4854600" cy="108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検索精度に依存
チャンク設計が
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