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44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活性化関数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0" y="288000"/>
            <a:ext cx="576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形状比較と特性一覧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0000" y="1692000"/>
            <a:ext cx="5040000" cy="792000"/>
          </a:xfrm>
          <a:prstGeom prst="round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764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Sigmoid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2124000"/>
            <a:ext cx="48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σ(x) = 1/(1+e⁻ˣ)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2592000"/>
            <a:ext cx="4680000" cy="288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20000.0" y="5232000.0"/>
            <a:ext cx="4680000.0" cy="0.0"/>
          </a:xfrm>
          <a:prstGeom prst="line">
            <a:avLst/>
          </a:prstGeom>
          <a:ln w="1270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60000.0" y="2592000.0"/>
            <a:ext cx="0.0" cy="2880000.0"/>
          </a:xfrm>
          <a:prstGeom prst="line">
            <a:avLst/>
          </a:prstGeom>
          <a:ln w="1270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0000.0" y="5161650.646196744"/>
            <a:ext cx="292500.0" cy="27182.4498942354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2500.0" y="5118177.9043738395"/>
            <a:ext cx="292500.0" cy="43472.7418229049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05000.0" y="5049940.367949015"/>
            <a:ext cx="292500.0" cy="68237.5364248240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97500.0" y="4945912.987146918"/>
            <a:ext cx="292500.0" cy="104027.3808020977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90000.0" y="4794178.742864745"/>
            <a:ext cx="292500.0" cy="151734.24428217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82500.0" y="4586540.588712012"/>
            <a:ext cx="292500.0" cy="207638.15415273234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75000.0" y="4325902.394884451"/>
            <a:ext cx="292500.0" cy="260638.193827561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767500.0" y="4032000.0"/>
            <a:ext cx="292500.0" cy="293902.394884451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60000.0" y="3738097.6051155496"/>
            <a:ext cx="292500.0" cy="293902.3948844503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52500.0" y="3477459.4112879885"/>
            <a:ext cx="292500.0" cy="260638.193827561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645000.0" y="3269821.2571352557"/>
            <a:ext cx="292500.0" cy="207638.1541527328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37500.0" y="3118087.0128530827"/>
            <a:ext cx="292500.0" cy="151734.244282173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230000.0" y="3014059.632050984"/>
            <a:ext cx="292500.0" cy="104027.38080209866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522500.0" y="2945822.0956261605"/>
            <a:ext cx="292500.0" cy="68237.5364248235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815000.0" y="2902349.3538032556"/>
            <a:ext cx="292500.0" cy="43472.74182290491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107500.0" y="2875166.90390902"/>
            <a:ext cx="292500.0" cy="27182.44989423547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0000" y="5688000"/>
            <a:ext cx="50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13CA6"/>
                </a:solidFill>
              </a:rPr>
              <a:t>出力範囲: (0, 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000" y="6120000"/>
            <a:ext cx="5040000" cy="1260000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6192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050"/>
                </a:solidFill>
              </a:rPr>
              <a:t>長所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00" y="6516000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確率解釈しやすい
二値分類の出力層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7488000"/>
            <a:ext cx="5040000" cy="126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" y="7560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0000"/>
                </a:solidFill>
              </a:rPr>
              <a:t>短所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000" y="7883999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勾配消失問題
中心が0でない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0000" y="8856000"/>
            <a:ext cx="5040000" cy="1152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8928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主な用途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000" y="9252000"/>
            <a:ext cx="486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二値分類の出力層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0" y="1692000"/>
            <a:ext cx="5040000" cy="792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68000" y="1764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ReLU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8000" y="2124000"/>
            <a:ext cx="48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f(x) = max(0, x)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0000" y="2592000"/>
            <a:ext cx="4680000" cy="288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5940000.0" y="5184000.0"/>
            <a:ext cx="4680000.0" cy="0.0"/>
          </a:xfrm>
          <a:prstGeom prst="line">
            <a:avLst/>
          </a:prstGeom>
          <a:ln w="1270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280000.0" y="2592000.0"/>
            <a:ext cx="0.0" cy="2880000.0"/>
          </a:xfrm>
          <a:prstGeom prst="line">
            <a:avLst/>
          </a:prstGeom>
          <a:ln w="1270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400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2325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250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8175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100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025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6950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87500.0" y="5184000.0"/>
            <a:ext cx="292500.0" cy="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280000.0" y="4896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572500.0" y="4608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865000.0" y="4320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157500.0" y="4032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450000.0" y="3744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742500.0" y="3456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035000.0" y="3168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327500.0" y="2880000.0"/>
            <a:ext cx="292500.0" cy="288000.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760000" y="5688000"/>
            <a:ext cx="50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B050"/>
                </a:solidFill>
              </a:rPr>
              <a:t>出力範囲: [0, +∞)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60000" y="6120000"/>
            <a:ext cx="5040000" cy="1260000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8000" y="6192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050"/>
                </a:solidFill>
              </a:rPr>
              <a:t>長所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68000" y="6516000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計算効率が良い
勾配消失が少ない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60000" y="7488000"/>
            <a:ext cx="5040000" cy="126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68000" y="7560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0000"/>
                </a:solidFill>
              </a:rPr>
              <a:t>短所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68000" y="7883999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Dying ReLU問題
出力が非線形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000" y="8856000"/>
            <a:ext cx="5040000" cy="1152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68000" y="8928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主な用途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68000" y="9252000"/>
            <a:ext cx="486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隠れ層（標準的選択）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980000" y="1692000"/>
            <a:ext cx="5040000" cy="792000"/>
          </a:xfrm>
          <a:prstGeom prst="round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88000" y="1764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GELU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88000" y="2124000"/>
            <a:ext cx="48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GELU(x) ≈ x·Φ(x)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160000" y="2592000"/>
            <a:ext cx="4680000" cy="288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11160000.0" y="5152000.0"/>
            <a:ext cx="4680000.0" cy="0.0"/>
          </a:xfrm>
          <a:prstGeom prst="line">
            <a:avLst/>
          </a:prstGeom>
          <a:ln w="1270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3500000.0" y="2592000.0"/>
            <a:ext cx="0.0" cy="2880000.0"/>
          </a:xfrm>
          <a:prstGeom prst="line">
            <a:avLst/>
          </a:prstGeom>
          <a:ln w="12700">
            <a:solidFill>
              <a:srgbClr val="6B7B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60000.0" y="5152044.957406843"/>
            <a:ext cx="292500.0" cy="349.40909259580076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452500.0" y="5152394.366499439"/>
            <a:ext cx="292500.0" cy="1933.5644328957424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745000.0" y="5154327.930932335"/>
            <a:ext cx="292500.0" cy="7325.99936526455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2037500.0" y="5161653.930297599"/>
            <a:ext cx="292500.0" cy="19403.545486224815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2330000.0" y="5181057.475783824"/>
            <a:ext cx="292500.0" cy="35216.7149488274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2622500.0" y="5216274.190732651"/>
            <a:ext cx="292500.0" cy="37362.93527805153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2915000.0" y="5250743.033711907"/>
            <a:ext cx="292500.0" cy="2894.092298795469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3207500.0" y="5152000.0"/>
            <a:ext cx="292500.0" cy="98743.03371190745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3500000.0" y="4930743.033711908"/>
            <a:ext cx="292500.0" cy="221256.96628809161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3792500.0" y="4613637.126010703"/>
            <a:ext cx="292500.0" cy="317105.90770120546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4085000.0" y="4256274.19073265"/>
            <a:ext cx="292500.0" cy="357362.93527805246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4377500.0" y="3901057.475783824"/>
            <a:ext cx="292500.0" cy="355216.71494882647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4670000.0" y="3561653.930297599"/>
            <a:ext cx="292500.0" cy="339403.5454862248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4962500.0" y="3234327.9309323346"/>
            <a:ext cx="292500.0" cy="327325.99936526455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5255000.0" y="2912394.3664994393"/>
            <a:ext cx="292500.0" cy="321933.5644328953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5547500.0" y="2592044.957406843"/>
            <a:ext cx="292500.0" cy="320349.40909259627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980000" y="5688000"/>
            <a:ext cx="50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EBA81A"/>
                </a:solidFill>
              </a:rPr>
              <a:t>出力範囲: (-0.17, +∞)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0980000" y="6120000"/>
            <a:ext cx="5040000" cy="1260000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088000" y="6192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050"/>
                </a:solidFill>
              </a:rPr>
              <a:t>長所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88000" y="6516000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スムーズな活性化
Transformerで標準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980000" y="7488000"/>
            <a:ext cx="5040000" cy="126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88000" y="7560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0000"/>
                </a:solidFill>
              </a:rPr>
              <a:t>短所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88000" y="7883999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計算コストやや高
実装がやや複雑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980000" y="8856000"/>
            <a:ext cx="5040000" cy="1152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088000" y="8928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主な用途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88000" y="9252000"/>
            <a:ext cx="486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BERT・GPTなどの
Transformer系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6200000" y="1692000"/>
            <a:ext cx="5040000" cy="79200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6308000" y="1764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Softmax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308000" y="2124000"/>
            <a:ext cx="4860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FFFFFF"/>
                </a:solidFill>
              </a:rPr>
              <a:t>σ(z)ᵢ = eᶻⁱ/Σeᶻʲ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380000" y="2592000"/>
            <a:ext cx="4680000" cy="2880000"/>
          </a:xfrm>
          <a:prstGeom prst="rect">
            <a:avLst/>
          </a:prstGeom>
          <a:solidFill>
            <a:srgbClr val="E8F4FD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416000" y="5205114"/>
            <a:ext cx="864000" cy="266885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380000" y="5508000"/>
            <a:ext cx="93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0.11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352000" y="4878034"/>
            <a:ext cx="864000" cy="593965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7316000" y="5508000"/>
            <a:ext cx="93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0.24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8288000" y="5293101"/>
            <a:ext cx="864000" cy="178898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8252000" y="5508000"/>
            <a:ext cx="93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0.07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224000" y="4389724"/>
            <a:ext cx="864000" cy="1082275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188000" y="5508000"/>
            <a:ext cx="93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0.44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160000" y="5146024"/>
            <a:ext cx="864000" cy="325975"/>
          </a:xfrm>
          <a:prstGeom prst="rect">
            <a:avLst/>
          </a:prstGeom>
          <a:solidFill>
            <a:srgbClr val="BDE4F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124000" y="5508000"/>
            <a:ext cx="936000" cy="28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1A1A2E"/>
                </a:solidFill>
              </a:rPr>
              <a:t>0.13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200000" y="5688000"/>
            <a:ext cx="504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0000"/>
                </a:solidFill>
              </a:rPr>
              <a:t>出力範囲: (0, 1) 合計=1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6200000" y="6120000"/>
            <a:ext cx="5040000" cy="1260000"/>
          </a:xfrm>
          <a:prstGeom prst="roundRect">
            <a:avLst/>
          </a:prstGeom>
          <a:solidFill>
            <a:srgbClr val="E8F8E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308000" y="6192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0B050"/>
                </a:solidFill>
              </a:rPr>
              <a:t>長所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6308000" y="6516000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多クラス確率出力
全出力の和が1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6200000" y="7488000"/>
            <a:ext cx="5040000" cy="12600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308000" y="7560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0000"/>
                </a:solidFill>
              </a:rPr>
              <a:t>短所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308000" y="7883999"/>
            <a:ext cx="48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単体では使えない
他ノードに依存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6200000" y="8856000"/>
            <a:ext cx="5040000" cy="1152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308000" y="8928000"/>
            <a:ext cx="48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13CA6"/>
                </a:solidFill>
              </a:rPr>
              <a:t>主な用途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308000" y="9252000"/>
            <a:ext cx="486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A1A2E"/>
                </a:solidFill>
              </a:rPr>
              <a:t>多クラス分類の
出力層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10152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40000" y="10440000"/>
            <a:ext cx="20160000" cy="1368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20000" y="10512000"/>
            <a:ext cx="19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選択の指針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20000" y="10872000"/>
            <a:ext cx="19800000" cy="82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隠れ層のデフォルト: ReLU（計算効率◎）  /  Transformer系: GELU（精度◎）  /  二値分類出力: Sigmoid  /  多クラス分類出力: Softmax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