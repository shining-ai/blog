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初期化と勾配消失問題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800000"/>
            <a:ext cx="10105200" cy="963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908000"/>
            <a:ext cx="9745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3CA6"/>
                </a:solidFill>
              </a:rPr>
              <a:t>勾配消失問題（Vanishing Gradient）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76000"/>
            <a:ext cx="9745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逆伝播時に勾配が指数的に小さくなり、浅い層が学習できなくなる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2880000"/>
            <a:ext cx="9385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0000" y="2880000"/>
            <a:ext cx="5818824" cy="864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000" y="3024000"/>
            <a:ext cx="42233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出力層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380" y="3024000"/>
            <a:ext cx="3097116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∇ ≈ 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8600" y="37440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000" y="3888000"/>
            <a:ext cx="9385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000" y="3888000"/>
            <a:ext cx="3003264" cy="864000"/>
          </a:xfrm>
          <a:prstGeom prst="rect">
            <a:avLst/>
          </a:prstGeom>
          <a:solidFill>
            <a:srgbClr val="801E5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000" y="4032000"/>
            <a:ext cx="42233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層 L-1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380" y="4032000"/>
            <a:ext cx="3097116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∇ ≈ 0.500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8600" y="47520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4896000"/>
            <a:ext cx="9385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000" y="4896000"/>
            <a:ext cx="863438" cy="864000"/>
          </a:xfrm>
          <a:prstGeom prst="rect">
            <a:avLst/>
          </a:prstGeom>
          <a:solidFill>
            <a:srgbClr val="E0071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8000" y="5040000"/>
            <a:ext cx="42233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層 L-2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380" y="5040000"/>
            <a:ext cx="3097116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∇ ≈ 0.120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8600" y="57600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" y="5904000"/>
            <a:ext cx="9385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000" y="5904000"/>
            <a:ext cx="356637" cy="864000"/>
          </a:xfrm>
          <a:prstGeom prst="rect">
            <a:avLst/>
          </a:prstGeom>
          <a:solidFill>
            <a:srgbClr val="F7010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000" y="6048000"/>
            <a:ext cx="42233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層 L-3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380" y="6048000"/>
            <a:ext cx="3097116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∇ ≈ 0.030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8600" y="67680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000" y="6912000"/>
            <a:ext cx="9385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000" y="6912000"/>
            <a:ext cx="215859" cy="864000"/>
          </a:xfrm>
          <a:prstGeom prst="rect">
            <a:avLst/>
          </a:prstGeom>
          <a:solidFill>
            <a:srgbClr val="FD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8000" y="7056000"/>
            <a:ext cx="42233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入力層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0380" y="7056000"/>
            <a:ext cx="3097116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∇ ≈ 0.005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7992000"/>
            <a:ext cx="9745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0000"/>
                </a:solidFill>
              </a:rPr>
              <a:t>sigmoid の微分は最大 0.25 → 多層で積算すると指数的に減衰
ReLU や He 初期化で緩和可能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25200" y="1800000"/>
            <a:ext cx="10105200" cy="963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05200" y="1908000"/>
            <a:ext cx="9745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3CA6"/>
                </a:solidFill>
              </a:rPr>
              <a:t>ResNet 残差接続（Skip Connection）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5200" y="2376000"/>
            <a:ext cx="9745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恒等写像のショートカットで勾配が直接伝わり、深いネットワークでも学習可能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257800" y="2952000"/>
            <a:ext cx="324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65800" y="2988000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入力 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257800" y="4176000"/>
            <a:ext cx="324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65800" y="4212000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02020"/>
                </a:solidFill>
              </a:rPr>
              <a:t>Weight Layer 1
(Conv+BN+ReLU)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257800" y="5400000"/>
            <a:ext cx="324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365800" y="5436000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02020"/>
                </a:solidFill>
              </a:rPr>
              <a:t>Weight Layer 2
(Conv+BN)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257800" y="6624000"/>
            <a:ext cx="3240000" cy="792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365800" y="6660000"/>
            <a:ext cx="302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出力 F(x)+x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733800" y="3744000"/>
            <a:ext cx="2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33800" y="4968000"/>
            <a:ext cx="2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33800" y="6192000"/>
            <a:ext cx="2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785800" y="3348000"/>
            <a:ext cx="64800" cy="3672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497800" y="3315600"/>
            <a:ext cx="352800" cy="648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497800" y="6987600"/>
            <a:ext cx="352800" cy="648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893800" y="4968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BA81A"/>
                </a:solidFill>
              </a:rPr>
              <a:t>Skip
Connection
(恒等写像)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005200" y="7704000"/>
            <a:ext cx="9745200" cy="108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85200" y="7812000"/>
            <a:ext cx="9385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</a:rPr>
              <a:t>H(x) = F(x) + x
勾配: ∂L/∂x = ∂L/∂H · (∂F/∂x + 1)
→ 最低でも 1 の勾配が保証される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