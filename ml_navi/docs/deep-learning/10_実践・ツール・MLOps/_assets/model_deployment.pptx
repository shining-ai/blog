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モデルデプロイパイプライン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5200" y="1800000"/>
            <a:ext cx="288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学習
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7200" y="2807999"/>
            <a:ext cx="2736000" cy="1152001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11144"/>
                </a:solidFill>
              </a:rPr>
              <a:t>PyTorch/sklearn
で学習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13200.0" y="2880000.0"/>
            <a:ext cx="360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91200" y="1800000"/>
            <a:ext cx="288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保存
Save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3200" y="2807999"/>
            <a:ext cx="2736000" cy="1152001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11144"/>
                </a:solidFill>
              </a:rPr>
              <a:t>torch.save()
joblib.dump()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89200.0" y="2880000.0"/>
            <a:ext cx="360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567200" y="1800000"/>
            <a:ext cx="288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ONNX変換
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9200" y="2807999"/>
            <a:ext cx="2736000" cy="1152001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11144"/>
                </a:solidFill>
              </a:rPr>
              <a:t>torch.onnx
.export()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465200.0" y="2880000.0"/>
            <a:ext cx="360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843200" y="1800000"/>
            <a:ext cx="288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FastAPI
Serving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5200" y="2807999"/>
            <a:ext cx="2736000" cy="1152001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11144"/>
                </a:solidFill>
              </a:rPr>
              <a:t>@app.post('/predict')
onnxruntime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741200.0" y="2880000.0"/>
            <a:ext cx="360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4119200" y="1800000"/>
            <a:ext cx="288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Docker
Containerize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91200" y="2807999"/>
            <a:ext cx="2736000" cy="1152001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11144"/>
                </a:solidFill>
              </a:rPr>
              <a:t>Dockerfile
docker build
docker push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017200.0" y="2880000.0"/>
            <a:ext cx="360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395200" y="1800000"/>
            <a:ext cx="288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本番
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467200" y="2807999"/>
            <a:ext cx="2736000" cy="1152001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11144"/>
                </a:solidFill>
              </a:rPr>
              <a:t>Kubernetes
AWS/GCP
/Azure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4860000"/>
            <a:ext cx="936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FastAPI サービング実装例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5508000"/>
            <a:ext cx="9360000" cy="504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44"/>
                </a:solidFill>
              </a:rPr>
              <a:t>from fastapi import FastAPI
import onnxruntime as ort
import numpy as np
app = FastAPI()
session = ort.InferenceSession('model.onnx')
@app.post('/predict')
def predict(data: dict):
    x = np.array(data['features'], dtype=np.float32)
    result = session.run(None, {'input': x})
    return {'prediction': int(result[0][0])}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800000" y="4860000"/>
            <a:ext cx="972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Dockerfile 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0000" y="5508000"/>
            <a:ext cx="9720000" cy="504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44"/>
                </a:solidFill>
              </a:rPr>
              <a:t>FROM python:3.11-slim
WORKDIR /app
COPY requirements.txt .
RUN pip install -r requirements.txt
COPY . .
EXPOSE 8000
CMD ["uvicorn", "main:app",
     "--host", "0.0.0.0",
     "--port", "8000"]
# Build &amp; Run
# docker build -t ml-api .
# docker run -p 8000:8000 ml-api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