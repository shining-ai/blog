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GCN：メッセージパッシングによる特徴更新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2160000" y="2880000"/>
            <a:ext cx="2160000" cy="180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320000" y="2880000"/>
            <a:ext cx="2160000" cy="180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160000" y="4680000"/>
            <a:ext cx="2160000" cy="180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20000" y="4680000"/>
            <a:ext cx="2160000" cy="180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20000" y="1800000"/>
            <a:ext cx="1440000" cy="108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60000" y="1440000"/>
            <a:ext cx="1080000" cy="144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80000" y="2880000"/>
            <a:ext cx="0" cy="3600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80000" y="4140000"/>
            <a:ext cx="1080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
(注目ノード)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0000" y="2340000"/>
            <a:ext cx="10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0000" y="2340000"/>
            <a:ext cx="10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5940000"/>
            <a:ext cx="10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0000" y="5940000"/>
            <a:ext cx="10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1260000"/>
            <a:ext cx="108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w₁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0000" y="900000"/>
            <a:ext cx="108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w₂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60000" y="2880000"/>
            <a:ext cx="2160000" cy="18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320000" y="2880000"/>
            <a:ext cx="2160000" cy="18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60000" y="4680000"/>
            <a:ext cx="2160000" cy="18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320000" y="4680000"/>
            <a:ext cx="2160000" cy="18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00000" y="1980000"/>
            <a:ext cx="115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メッセージパッシング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0" y="2772000"/>
            <a:ext cx="396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① メッセージ生成
(Message)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40000" y="2772000"/>
            <a:ext cx="72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各隣接ノードuから
メッセージを生成:
m_u = W_msg · h_u^(l)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00000" y="4607999"/>
            <a:ext cx="0" cy="180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00000" y="4752000"/>
            <a:ext cx="396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② 集約
(Aggregate)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40000" y="4752000"/>
            <a:ext cx="72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全隣接ノードの
メッセージを集約:
M_v = Σ m_u (u∈N(v))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00000" y="6587999"/>
            <a:ext cx="0" cy="180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000000" y="6732000"/>
            <a:ext cx="3960000" cy="18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③ 特徴更新
(Update)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40000" y="6732000"/>
            <a:ext cx="72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集約結果でノードvの
特徴を更新:
h_v^(l+1) = σ(W·[h_v‖M_v])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846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GCN/GNN の主な応用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0000" y="9108000"/>
            <a:ext cx="3960000" cy="68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応用分野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0000" y="9108000"/>
            <a:ext cx="396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20000" y="9108000"/>
            <a:ext cx="7200000" cy="68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タスク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20000" y="9108000"/>
            <a:ext cx="72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20000" y="9108000"/>
            <a:ext cx="5400000" cy="68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代表モデル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420000" y="9108000"/>
            <a:ext cx="54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60000" y="9792000"/>
            <a:ext cx="3960000" cy="68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ソーシャルグラフ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60000" y="9792000"/>
            <a:ext cx="396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20000" y="9792000"/>
            <a:ext cx="7200000" cy="684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リンク予測・コミュニティ検出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0000" y="9792000"/>
            <a:ext cx="72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420000" y="9792000"/>
            <a:ext cx="5400000" cy="684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GraphSAGE / GAT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420000" y="9792000"/>
            <a:ext cx="54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60000" y="10476000"/>
            <a:ext cx="3960000" cy="68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分子設計・薬物発見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60000" y="10476000"/>
            <a:ext cx="396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20000" y="10476000"/>
            <a:ext cx="7200000" cy="6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分子特性予測・新薬生成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0000" y="10476000"/>
            <a:ext cx="72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420000" y="10476000"/>
            <a:ext cx="5400000" cy="6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MPNN / SchNet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420000" y="10476000"/>
            <a:ext cx="54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60000" y="11160000"/>
            <a:ext cx="3960000" cy="68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推薦システム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60000" y="11160000"/>
            <a:ext cx="396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20000" y="11160000"/>
            <a:ext cx="7200000" cy="684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ユーザー-アイテムグラフ学習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20000" y="11160000"/>
            <a:ext cx="72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420000" y="11160000"/>
            <a:ext cx="5400000" cy="684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PinSage / LightGCN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420000" y="11160000"/>
            <a:ext cx="54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60000" y="11844000"/>
            <a:ext cx="3960000" cy="68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知識グラフ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60000" y="11844000"/>
            <a:ext cx="396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20000" y="11844000"/>
            <a:ext cx="7200000" cy="6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エンティティ埋め込み・QA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20000" y="11844000"/>
            <a:ext cx="72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420000" y="11844000"/>
            <a:ext cx="5400000" cy="6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R-GCN / CompGCN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420000" y="11844000"/>
            <a:ext cx="5400000" cy="684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