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PyTorch：学習ループのフロー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1200" y="1332000"/>
            <a:ext cx="72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1200" y="1980000"/>
            <a:ext cx="34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DataLoader
ミニバッチ取得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3200" y="4068000"/>
            <a:ext cx="3276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44"/>
                </a:solidFill>
              </a:rPr>
              <a:t>for batch in loader:
    x, y = batch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87200.0" y="297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33200" y="1332000"/>
            <a:ext cx="72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3200" y="1980000"/>
            <a:ext cx="34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Forward Pass
model(x)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200" y="4068000"/>
            <a:ext cx="3276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44"/>
                </a:solidFill>
              </a:rPr>
              <a:t>output = model(x)
# 予測値を計算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39200.0" y="297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285200" y="1332000"/>
            <a:ext cx="72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5200" y="1980000"/>
            <a:ext cx="34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Loss計算
loss_fn(output,y)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7200" y="4068000"/>
            <a:ext cx="3276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44"/>
                </a:solidFill>
              </a:rPr>
              <a:t>loss = criterion(
  output, 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91200.0" y="297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137200" y="1332000"/>
            <a:ext cx="72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87200" y="1980000"/>
            <a:ext cx="34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Backward
loss.backward()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9200" y="4068000"/>
            <a:ext cx="3276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44"/>
                </a:solidFill>
              </a:rPr>
              <a:t>optimizer.zero_grad()
loss.backward()
# 勾配計算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243200.0" y="2970000.0"/>
            <a:ext cx="36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7989200" y="1332000"/>
            <a:ext cx="72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639200" y="1980000"/>
            <a:ext cx="3420000" cy="19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Step
optimizer.step()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11200" y="4068000"/>
            <a:ext cx="3276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44"/>
                </a:solidFill>
              </a:rPr>
              <a:t>optimizer.step()
# パラメータ更新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200" y="5220000"/>
            <a:ext cx="19548000" cy="432000"/>
          </a:xfrm>
          <a:prstGeom prst="rect">
            <a:avLst/>
          </a:prstGeom>
          <a:noFill/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200" y="5256000"/>
            <a:ext cx="19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A81A"/>
                </a:solidFill>
              </a:rPr>
              <a:t>↻  for epoch in range(num_epochs):  (エポックループ)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594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完全な学習ループ実装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6588000"/>
            <a:ext cx="19800000" cy="504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model.train()
for epoch in range(num_epochs):
    total_loss = 0
    for x_batch, y_batch in train_loader:      # 1. DataLoader
        x_batch, y_batch = x_batch.to(device), y_batch.to(device)
        output = model(x_batch)                 # 2. Forward
        loss   = criterion(output, y_batch)     # 3. Loss
        optimizer.zero_grad()                   # 4. Backward
        loss.backward()
        optimizer.step()                        # 5. Step
        total_loss += loss.item()
    print(f'Epoch {epoch}: loss={total_loss/len(train_loader):.4f}')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