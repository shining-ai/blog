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ML CI/CD パイプライン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1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コミット
Commit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git push
feature branch
Pull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9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83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ユニットテスト
Unit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5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pytest
コードlint
データ検証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21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35200" y="1800000"/>
            <a:ext cx="34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モデルテスト
Model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7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精度閾値
メモリ使用量
推論速度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73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787200" y="1800000"/>
            <a:ext cx="342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ステージング
Staging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9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本番同等環境
A/Bテスト
負荷テスト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25200.0" y="297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639200" y="1800000"/>
            <a:ext cx="342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本番
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11200" y="2807999"/>
            <a:ext cx="3276000" cy="1332001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Blue/Green
Canary Release
ロールバック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4860000"/>
            <a:ext cx="972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GitHub Actions ワークフロー例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5508000"/>
            <a:ext cx="9720000" cy="6120000"/>
          </a:xfrm>
          <a:prstGeom prst="rect">
            <a:avLst/>
          </a:prstGeom>
          <a:solidFill>
            <a:srgbClr val="F3FAFE"/>
          </a:solidFill>
          <a:ln>
            <a:solidFill>
              <a:srgbClr val="BDE4F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11144"/>
                </a:solidFill>
              </a:rPr>
              <a:t>name: ML CI/CD Pipeline
on:
  push:
    branches: [main, develop]
jobs:
  test:
    runs-on: ubuntu-latest
    steps:
      - uses: actions/checkout@v4
      - name: Set up Python
        uses: actions/setup-python@v4
        with: {python-version: '3.11'}
      - run: pip install -r requirements.txt
      - run: pytest tests/ -v
  model-test:
    needs: test
    steps:
      - run: python scripts/model_quality_check.py
      - run: python scripts/performance_test.py
  deploy-staging:
    needs: model-test
    if: github.ref == 'refs/heads/main'
    steps:
      - run: docker build -t ml-api:$GITHUB_SHA .
      - run: kubectl apply -f k8s/staging/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160000" y="4860000"/>
            <a:ext cx="936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MLテスト観点チェックリスト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60000" y="5508000"/>
            <a:ext cx="9360000" cy="503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コード品質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60000" y="6011999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linting (flake8/ruff)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60000" y="6011999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160000" y="6497999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型チェック (mypy)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160000" y="6497999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60000" y="6983999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カバレッジ ≥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60000" y="6983999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160000" y="7541999"/>
            <a:ext cx="9360000" cy="503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データ品質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160000" y="8045998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スキーマ検証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160000" y="8045998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160000" y="8531998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欠損値・外れ値チェック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60000" y="8531998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60000" y="9017998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分布変化検出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60000" y="9017998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160000" y="9575998"/>
            <a:ext cx="9360000" cy="503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モデル品質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60000" y="10079997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精度閾値 (accuracy≥0.9)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160000" y="10079997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60000" y="10565997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推論速度 (&lt;100ms)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60000" y="10565997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160000" y="11051997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メモリ使用量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160000" y="11051997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60000" y="11609997"/>
            <a:ext cx="9360000" cy="503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デプロイ品質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160000" y="12113996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ヘルスチェック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60000" y="12113996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160000" y="12599996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ロールバック動作確認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160000" y="12599996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60000" y="13085996"/>
            <a:ext cx="9360000" cy="4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00000"/>
                </a:solidFill>
              </a:rPr>
              <a:t>  ✓  負荷テスト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160000" y="13085996"/>
            <a:ext cx="9360000" cy="486000"/>
          </a:xfrm>
          <a:prstGeom prst="rect">
            <a:avLst/>
          </a:prstGeom>
          <a:noFill/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