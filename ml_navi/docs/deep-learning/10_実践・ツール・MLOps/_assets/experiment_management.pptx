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実験管理：MLflow / W&amp;B トラッキングフロー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1200" y="1800000"/>
            <a:ext cx="34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コード
&amp; 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200" y="2700000"/>
            <a:ext cx="3204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git commit
conda env
requirements.txt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87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83200" y="1800000"/>
            <a:ext cx="34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パラメータ
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1200" y="2700000"/>
            <a:ext cx="3204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learning_rate
batch_size
num_layers
optimizer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39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35200" y="1800000"/>
            <a:ext cx="34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メトリクス
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3200" y="2700000"/>
            <a:ext cx="3204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train_loss
val_accuracy
AUC
F1-score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91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787200" y="1800000"/>
            <a:ext cx="34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アーティファクト
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5200" y="2700000"/>
            <a:ext cx="3204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model.pkl
feature_importance
confusion_matrix
checkpoints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43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639200" y="1800000"/>
            <a:ext cx="3420000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比較・選択
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47200" y="2700000"/>
            <a:ext cx="3204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実験一覧
パラメータ比較
チャート表示
ベストモデル選択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4860000"/>
            <a:ext cx="1980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ツール比較：MLflow  vs  Weights &amp; Biases (W&amp;B)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5580000"/>
            <a:ext cx="324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0" y="5580000"/>
            <a:ext cx="32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0" y="5580000"/>
            <a:ext cx="792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MLflow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0" y="558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240000" y="5580000"/>
            <a:ext cx="792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Weights &amp; Biases (W&amp;B)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40000" y="558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0000" y="6660000"/>
            <a:ext cx="324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ホスティング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" y="6660000"/>
            <a:ext cx="32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0000" y="6660000"/>
            <a:ext cx="792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セルフホスト / Databricks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0" y="666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240000" y="6660000"/>
            <a:ext cx="792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クラウドSaaS / セルフホスト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240000" y="666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0000" y="7740000"/>
            <a:ext cx="324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UIリッチさ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0" y="7740000"/>
            <a:ext cx="32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0000" y="7740000"/>
            <a:ext cx="792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シンプル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0" y="774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240000" y="7740000"/>
            <a:ext cx="792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非常にリッチ・インタラクティブ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240000" y="774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0000" y="8820000"/>
            <a:ext cx="324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モデルレジストリ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000" y="8820000"/>
            <a:ext cx="32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000" y="8820000"/>
            <a:ext cx="792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組み込み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0" y="882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240000" y="8820000"/>
            <a:ext cx="792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Artifactsで管理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240000" y="882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0000" y="9900000"/>
            <a:ext cx="324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コスト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000" y="9900000"/>
            <a:ext cx="32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0000" y="9900000"/>
            <a:ext cx="792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OSS無料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0" y="990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240000" y="9900000"/>
            <a:ext cx="792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無料枠あり・有料プランあり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240000" y="990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0000" y="10980000"/>
            <a:ext cx="324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主なAPI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0000" y="10980000"/>
            <a:ext cx="32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20000" y="10980000"/>
            <a:ext cx="792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mlflow.log_param()
mlflow.log_metric()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0000" y="1098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240000" y="10980000"/>
            <a:ext cx="792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wandb.log({'loss': loss})
wandb.init(project='proj')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240000" y="10980000"/>
            <a:ext cx="792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