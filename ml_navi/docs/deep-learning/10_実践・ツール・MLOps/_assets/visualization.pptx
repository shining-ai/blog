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データ可視化：主要グラフ種別と用途比較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620000"/>
            <a:ext cx="34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グラフ種別</a:t>
            </a:r>
          </a:p>
        </p:txBody>
      </p:sp>
      <p:sp>
        <p:nvSpPr>
          <p:cNvPr id="6" name="Rectangle 5"/>
          <p:cNvSpPr/>
          <p:nvPr/>
        </p:nvSpPr>
        <p:spPr>
          <a:xfrm>
            <a:off x="3708000" y="1620000"/>
            <a:ext cx="198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アイコン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8000" y="1620000"/>
            <a:ext cx="306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主な用途</a:t>
            </a:r>
          </a:p>
        </p:txBody>
      </p:sp>
      <p:sp>
        <p:nvSpPr>
          <p:cNvPr id="8" name="Rectangle 7"/>
          <p:cNvSpPr/>
          <p:nvPr/>
        </p:nvSpPr>
        <p:spPr>
          <a:xfrm>
            <a:off x="8748000" y="1620000"/>
            <a:ext cx="25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X軸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68000" y="1620000"/>
            <a:ext cx="25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Y軸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88000" y="1620000"/>
            <a:ext cx="41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活用シーン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928000" y="1620000"/>
            <a:ext cx="32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主なAPI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2268000"/>
            <a:ext cx="3420000" cy="162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折れ線グラフ
Line Chart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" y="2268000"/>
            <a:ext cx="342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8000" y="2268000"/>
            <a:ext cx="198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～～/↗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8000" y="2268000"/>
            <a:ext cx="198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88000" y="2268000"/>
            <a:ext cx="306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時系列・トレンド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8000" y="2268000"/>
            <a:ext cx="306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48000" y="2268000"/>
            <a:ext cx="252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時間・順序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48000" y="2268000"/>
            <a:ext cx="252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268000" y="2268000"/>
            <a:ext cx="252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連続値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268000" y="2268000"/>
            <a:ext cx="252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88000" y="2268000"/>
            <a:ext cx="414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売上推移・株価・気温変化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88000" y="2268000"/>
            <a:ext cx="414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928000" y="2268000"/>
            <a:ext cx="324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plt.plot()
df.plot()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928000" y="2268000"/>
            <a:ext cx="324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8000" y="3888000"/>
            <a:ext cx="3420000" cy="162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棒グラフ
Bar Chart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00" y="3888000"/>
            <a:ext cx="342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08000" y="3888000"/>
            <a:ext cx="1980000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▐█▌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08000" y="3888000"/>
            <a:ext cx="198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88000" y="3888000"/>
            <a:ext cx="3060000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カテゴリ比較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88000" y="3888000"/>
            <a:ext cx="306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48000" y="3888000"/>
            <a:ext cx="2520000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カテゴリ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48000" y="3888000"/>
            <a:ext cx="252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268000" y="3888000"/>
            <a:ext cx="2520000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集計値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268000" y="3888000"/>
            <a:ext cx="252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88000" y="3888000"/>
            <a:ext cx="4140000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売上比較・アンケート結果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88000" y="3888000"/>
            <a:ext cx="414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928000" y="3888000"/>
            <a:ext cx="3240000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plt.bar()
sns.barplot()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928000" y="3888000"/>
            <a:ext cx="324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0" y="5508000"/>
            <a:ext cx="3420000" cy="162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散布図
Scatter Plot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8000" y="5508000"/>
            <a:ext cx="342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708000" y="5508000"/>
            <a:ext cx="198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• •• 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08000" y="5508000"/>
            <a:ext cx="198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88000" y="5508000"/>
            <a:ext cx="306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相関・分布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88000" y="5508000"/>
            <a:ext cx="306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48000" y="5508000"/>
            <a:ext cx="252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連続値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48000" y="5508000"/>
            <a:ext cx="252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68000" y="5508000"/>
            <a:ext cx="252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連続値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268000" y="5508000"/>
            <a:ext cx="252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3788000" y="5508000"/>
            <a:ext cx="414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身長体重相関・特徴量関係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88000" y="5508000"/>
            <a:ext cx="414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7928000" y="5508000"/>
            <a:ext cx="324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plt.scatter()
sns.scatterplot()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928000" y="5508000"/>
            <a:ext cx="324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88000" y="7128000"/>
            <a:ext cx="3420000" cy="162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ヒートマップ
Heat Map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8000" y="7128000"/>
            <a:ext cx="342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708000" y="7128000"/>
            <a:ext cx="1980000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■■□
□■■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08000" y="7128000"/>
            <a:ext cx="198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88000" y="7128000"/>
            <a:ext cx="3060000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行列・相関係数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88000" y="7128000"/>
            <a:ext cx="306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748000" y="7128000"/>
            <a:ext cx="2520000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カテゴリ/変数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48000" y="7128000"/>
            <a:ext cx="252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268000" y="7128000"/>
            <a:ext cx="2520000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カテゴリ/変数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268000" y="7128000"/>
            <a:ext cx="252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3788000" y="7128000"/>
            <a:ext cx="4140000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相関行列・混同行列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788000" y="7128000"/>
            <a:ext cx="414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928000" y="7128000"/>
            <a:ext cx="3240000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sns.heatmap()
plt.imshow()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928000" y="7128000"/>
            <a:ext cx="324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88000" y="8748000"/>
            <a:ext cx="3420000" cy="162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ペアプロット
Pair Plot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8000" y="8748000"/>
            <a:ext cx="342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708000" y="8748000"/>
            <a:ext cx="198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格子散布図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08000" y="8748000"/>
            <a:ext cx="198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688000" y="8748000"/>
            <a:ext cx="306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多変量探索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88000" y="8748000"/>
            <a:ext cx="306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748000" y="8748000"/>
            <a:ext cx="252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全変数ペア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48000" y="8748000"/>
            <a:ext cx="252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268000" y="8748000"/>
            <a:ext cx="252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全変数ペア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268000" y="8748000"/>
            <a:ext cx="252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3788000" y="8748000"/>
            <a:ext cx="414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EDA・特徴量選択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3788000" y="8748000"/>
            <a:ext cx="414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7928000" y="8748000"/>
            <a:ext cx="3240000" cy="16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sns.pairplot()
pd.plotting.scatter_matrix()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7928000" y="8748000"/>
            <a:ext cx="3240000" cy="162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0000" y="11232000"/>
            <a:ext cx="20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</a:rPr>
              <a:t>ライブラリ: matplotlib (plt) / seaborn (sns) / plotly / pandas (.plot())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