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NumPy：配列の次元・形状・ブロードキャスト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620000"/>
            <a:ext cx="6120000" cy="79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1D Array
shape=(5,)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627999"/>
            <a:ext cx="1007999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627999"/>
            <a:ext cx="100799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1999" y="2627999"/>
            <a:ext cx="1007999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1999" y="2627999"/>
            <a:ext cx="100799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43998" y="2627999"/>
            <a:ext cx="1007999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998" y="2627999"/>
            <a:ext cx="100799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5997" y="2627999"/>
            <a:ext cx="1007999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5997" y="2627999"/>
            <a:ext cx="100799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67996" y="2627999"/>
            <a:ext cx="1007999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67996" y="2627999"/>
            <a:ext cx="100799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3780000"/>
            <a:ext cx="1007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[0]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1999" y="3780000"/>
            <a:ext cx="1007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[1]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3998" y="3780000"/>
            <a:ext cx="1007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[2]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5997" y="3780000"/>
            <a:ext cx="1007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[3]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7996" y="3780000"/>
            <a:ext cx="1007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[4]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60000" y="1620000"/>
            <a:ext cx="6840000" cy="79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2D Array
shape=(3,4)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40000" y="2627999"/>
            <a:ext cx="1368000" cy="936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0000" y="2627999"/>
            <a:ext cx="13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2627999"/>
            <a:ext cx="1368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627999"/>
            <a:ext cx="13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48000" y="2627999"/>
            <a:ext cx="1368000" cy="936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48000" y="2627999"/>
            <a:ext cx="13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952000" y="2627999"/>
            <a:ext cx="1368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52000" y="2627999"/>
            <a:ext cx="13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40000" y="3599999"/>
            <a:ext cx="1368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40000" y="3599999"/>
            <a:ext cx="13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3599999"/>
            <a:ext cx="1368000" cy="936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3599999"/>
            <a:ext cx="13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48000" y="3599999"/>
            <a:ext cx="1368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48000" y="3599999"/>
            <a:ext cx="13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952000" y="3599999"/>
            <a:ext cx="1368000" cy="936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952000" y="3599999"/>
            <a:ext cx="13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40000" y="4571999"/>
            <a:ext cx="1368000" cy="936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40000" y="4571999"/>
            <a:ext cx="13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571999"/>
            <a:ext cx="1368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4571999"/>
            <a:ext cx="13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48000" y="4571999"/>
            <a:ext cx="1368000" cy="936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48000" y="4571999"/>
            <a:ext cx="13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11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952000" y="4571999"/>
            <a:ext cx="1368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952000" y="4571999"/>
            <a:ext cx="13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500000" y="2627999"/>
            <a:ext cx="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44444"/>
                </a:solidFill>
              </a:rPr>
              <a:t>row0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500000" y="3599999"/>
            <a:ext cx="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44444"/>
                </a:solidFill>
              </a:rPr>
              <a:t>row1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500000" y="4571999"/>
            <a:ext cx="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44444"/>
                </a:solidFill>
              </a:rPr>
              <a:t>row2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40000" y="5580000"/>
            <a:ext cx="13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44444"/>
                </a:solidFill>
              </a:rPr>
              <a:t>col0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5580000"/>
            <a:ext cx="13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44444"/>
                </a:solidFill>
              </a:rPr>
              <a:t>col1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48000" y="5580000"/>
            <a:ext cx="13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44444"/>
                </a:solidFill>
              </a:rPr>
              <a:t>col2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952000" y="5580000"/>
            <a:ext cx="13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44444"/>
                </a:solidFill>
              </a:rPr>
              <a:t>col3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120000" y="1620000"/>
            <a:ext cx="5760000" cy="79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3D Array
shape=(2,3,4)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300000" y="2772000"/>
            <a:ext cx="1007999" cy="720000"/>
          </a:xfrm>
          <a:prstGeom prst="rect">
            <a:avLst/>
          </a:prstGeom>
          <a:solidFill>
            <a:srgbClr val="BDE4FC"/>
          </a:solidFill>
          <a:ln w="1524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380000" y="2772000"/>
            <a:ext cx="1007999" cy="720000"/>
          </a:xfrm>
          <a:prstGeom prst="rect">
            <a:avLst/>
          </a:prstGeom>
          <a:solidFill>
            <a:srgbClr val="BDE4FC"/>
          </a:solidFill>
          <a:ln w="1524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460000" y="2772000"/>
            <a:ext cx="1007999" cy="720000"/>
          </a:xfrm>
          <a:prstGeom prst="rect">
            <a:avLst/>
          </a:prstGeom>
          <a:solidFill>
            <a:srgbClr val="BDE4FC"/>
          </a:solidFill>
          <a:ln w="1524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5300000" y="3564000"/>
            <a:ext cx="1007999" cy="720000"/>
          </a:xfrm>
          <a:prstGeom prst="rect">
            <a:avLst/>
          </a:prstGeom>
          <a:solidFill>
            <a:srgbClr val="BDE4FC"/>
          </a:solidFill>
          <a:ln w="1524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6380000" y="3564000"/>
            <a:ext cx="1007999" cy="720000"/>
          </a:xfrm>
          <a:prstGeom prst="rect">
            <a:avLst/>
          </a:prstGeom>
          <a:solidFill>
            <a:srgbClr val="BDE4FC"/>
          </a:solidFill>
          <a:ln w="1524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7460000" y="3564000"/>
            <a:ext cx="1007999" cy="720000"/>
          </a:xfrm>
          <a:prstGeom prst="rect">
            <a:avLst/>
          </a:prstGeom>
          <a:solidFill>
            <a:srgbClr val="BDE4FC"/>
          </a:solidFill>
          <a:ln w="1524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300000" y="2484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13CA6"/>
                </a:solidFill>
              </a:rPr>
              <a:t>layer[0]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840000" y="3204000"/>
            <a:ext cx="1007999" cy="720000"/>
          </a:xfrm>
          <a:prstGeom prst="rect">
            <a:avLst/>
          </a:prstGeom>
          <a:solidFill>
            <a:srgbClr val="F3FAFE"/>
          </a:solidFill>
          <a:ln w="1524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6920000" y="3204000"/>
            <a:ext cx="1007999" cy="720000"/>
          </a:xfrm>
          <a:prstGeom prst="rect">
            <a:avLst/>
          </a:prstGeom>
          <a:solidFill>
            <a:srgbClr val="F3FAFE"/>
          </a:solidFill>
          <a:ln w="1524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8000000" y="3204000"/>
            <a:ext cx="1007999" cy="720000"/>
          </a:xfrm>
          <a:prstGeom prst="rect">
            <a:avLst/>
          </a:prstGeom>
          <a:solidFill>
            <a:srgbClr val="F3FAFE"/>
          </a:solidFill>
          <a:ln w="1524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5840000" y="3996000"/>
            <a:ext cx="1007999" cy="720000"/>
          </a:xfrm>
          <a:prstGeom prst="rect">
            <a:avLst/>
          </a:prstGeom>
          <a:solidFill>
            <a:srgbClr val="F3FAFE"/>
          </a:solidFill>
          <a:ln w="1524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6920000" y="3996000"/>
            <a:ext cx="1007999" cy="720000"/>
          </a:xfrm>
          <a:prstGeom prst="rect">
            <a:avLst/>
          </a:prstGeom>
          <a:solidFill>
            <a:srgbClr val="F3FAFE"/>
          </a:solidFill>
          <a:ln w="1524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8000000" y="3996000"/>
            <a:ext cx="1007999" cy="720000"/>
          </a:xfrm>
          <a:prstGeom prst="rect">
            <a:avLst/>
          </a:prstGeom>
          <a:solidFill>
            <a:srgbClr val="F3FAFE"/>
          </a:solidFill>
          <a:ln w="1524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840000" y="291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13CA6"/>
                </a:solidFill>
              </a:rPr>
              <a:t>layer[1]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0000" y="6840000"/>
            <a:ext cx="2016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ブロードキャスト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0000" y="7632000"/>
            <a:ext cx="2700000" cy="126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A
shape=(3,1)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00000" y="7632000"/>
            <a:ext cx="10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13CA6"/>
                </a:solidFill>
              </a:rPr>
              <a:t>+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20000" y="7632000"/>
            <a:ext cx="2700000" cy="126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B
shape=(1,4)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40000" y="7632000"/>
            <a:ext cx="10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13CA6"/>
                </a:solidFill>
              </a:rPr>
              <a:t>=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60000" y="7632000"/>
            <a:ext cx="27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A+B
shape=(3,4)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0000" y="9180000"/>
            <a:ext cx="19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</a:rPr>
              <a:t>ルール: 次元数を合わせ、サイズ1の軸は相手に合わせて自動拡張される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