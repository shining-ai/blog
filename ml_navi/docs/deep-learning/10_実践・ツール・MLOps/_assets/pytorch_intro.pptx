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PyTorch：3要素の関係図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5200" y="1980000"/>
            <a:ext cx="504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
Tensor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5200" y="2987999"/>
            <a:ext cx="5040000" cy="72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多次元配列
(GPU対応)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3200" y="3780000"/>
            <a:ext cx="4824000" cy="2520000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144"/>
                </a:solidFill>
              </a:rPr>
              <a:t>• torch.tensor([1,2,3])
• .cuda() / .to(device)
• dtype: float32, int64
• shape, reshape, view
• 四則演算・行列積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5200" y="1980000"/>
            <a:ext cx="504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
autograd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5200" y="2987999"/>
            <a:ext cx="5040000" cy="72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自動微分エンジン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3200" y="3780000"/>
            <a:ext cx="4824000" cy="2520000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144"/>
                </a:solidFill>
              </a:rPr>
              <a:t>• requires_grad=True
• loss.backward()
• tensor.grad
• torch.no_grad()
• 計算グラフの自動構築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25200" y="1980000"/>
            <a:ext cx="504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
nn.Module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25200" y="2987999"/>
            <a:ext cx="5040000" cy="72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ニューラルネット
構成ブロック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3200" y="3780000"/>
            <a:ext cx="4824000" cy="2520000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144"/>
                </a:solidFill>
              </a:rPr>
              <a:t>• class MyNet(nn.Module)
• def forward(self, x)
• nn.Linear, nn.Conv2d
• nn.ReLU, nn.Dropout
• model.parameters()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37200.0" y="3600000.0"/>
            <a:ext cx="1116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237200.0" y="3600000.0"/>
            <a:ext cx="1116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37200" y="3168000"/>
            <a:ext cx="1116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13CA6"/>
                </a:solidFill>
              </a:rPr>
              <a:t>Tensor is
the data unit
of autograd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37200" y="3168000"/>
            <a:ext cx="1116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13CA6"/>
                </a:solidFill>
              </a:rPr>
              <a:t>nn.Module uses
autograd for
backprop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5940000"/>
            <a:ext cx="19800000" cy="57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学習の全体フロー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" y="6732000"/>
            <a:ext cx="3240000" cy="126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Tensor
入力データ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76000" y="7362000.0"/>
            <a:ext cx="396000" cy="0.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608000" y="6732000"/>
            <a:ext cx="324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nn.Module
forward()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84000" y="7362000.0"/>
            <a:ext cx="396000" cy="0.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316000" y="6732000"/>
            <a:ext cx="324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autograd
loss.backward()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592000" y="7362000.0"/>
            <a:ext cx="396000" cy="0.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2024000" y="6732000"/>
            <a:ext cx="3240000" cy="126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Optimizer
step()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300000" y="7362000.0"/>
            <a:ext cx="396000" cy="0.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5732000" y="6732000"/>
            <a:ext cx="3240000" cy="12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Tensor
パラメータ更新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8100000"/>
            <a:ext cx="19800000" cy="503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最小限の学習コード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8748000"/>
            <a:ext cx="19800000" cy="324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44"/>
                </a:solidFill>
              </a:rPr>
              <a:t>import torch
import torch.nn as nn
# Tensor
x = torch.randn(32, 10)  # batch=32, features=10
y = torch.randint(0, 2, (32,))
# nn.Module
model = nn.Sequential(nn.Linear(10, 64), nn.ReLU(), nn.Linear(64, 2))
loss_fn = nn.CrossEntropyLoss()
optimizer = torch.optim.Adam(model.parameters())
# autograd
output = model(x)
loss = loss_fn(output, y)
loss.backward()   # 自動微分
optimizer.step()  # パラメータ更新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