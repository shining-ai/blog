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Scikit-learn：Pipeline構成図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2520000"/>
            <a:ext cx="3240000" cy="19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13CA6"/>
                </a:solidFill>
              </a:rPr>
              <a:t>Raw Data
(X_train, y_train)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80000" y="3510000.0"/>
            <a:ext cx="54000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320000" y="1980000"/>
            <a:ext cx="7920000" cy="46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8000" y="2052000"/>
            <a:ext cx="770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13CA6"/>
                </a:solidFill>
              </a:rPr>
              <a:t>ColumnTransformer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0" y="2700000"/>
            <a:ext cx="3420000" cy="16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数値列
SimpleImputer
StandardScaler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0000" y="2700000"/>
            <a:ext cx="3600000" cy="16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カテゴリ列
SimpleImputer
OneHotEncoder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0" y="4680000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013CA6"/>
                </a:solidFill>
              </a:rPr>
              <a:t>↓ 変換済み特徴量行列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0" y="5220000"/>
            <a:ext cx="648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0" y="5220000"/>
            <a:ext cx="64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X_transformed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240000" y="3510000.0"/>
            <a:ext cx="54000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2780000" y="2520000"/>
            <a:ext cx="34200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Model
(Estimator)
RandomForest
LogisticReg
SVM...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0" y="3510000.0"/>
            <a:ext cx="54000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740000" y="2520000"/>
            <a:ext cx="3420000" cy="19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評価
Cross Validation
accuracy_score
confusion_matrix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0000" y="5040000"/>
            <a:ext cx="13500000" cy="720000"/>
          </a:xfrm>
          <a:prstGeom prst="rect">
            <a:avLst/>
          </a:prstGeom>
          <a:noFill/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0000" y="5040000"/>
            <a:ext cx="135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13CA6"/>
                </a:solidFill>
              </a:rPr>
              <a:t>Pipeline(steps=[('preprocessor', ct), ('model', clf)])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6300000"/>
            <a:ext cx="2016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実装コード例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7020000"/>
            <a:ext cx="20160000" cy="468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numeric_features = ['age', 'income']
categorical_features = ['gender', 'city']
numeric_transformer = Pipeline([('imputer', SimpleImputer()), ('scaler', StandardScaler())])
categorical_transformer = Pipeline([('imputer', SimpleImputer(strategy='most_frequent')), ('onehot', OneHotEncoder())])
preprocessor = ColumnTransformer([
    ('num', numeric_transformer, numeric_features),
    ('cat', categorical_transformer, categorical_features)
])
pipe = Pipeline([('preprocessor', preprocessor), ('classifier', RandomForestClassifier())])
pipe.fit(X_train, y_train)
score = pipe.score(X_test, y_test)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