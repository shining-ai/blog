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Pandas：DataFrame操作フロー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5200" y="2880000"/>
            <a:ext cx="3240000" cy="25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読込
read_csv/
read_excel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41200.0" y="4140000.0"/>
            <a:ext cx="468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45200" y="2880000"/>
            <a:ext cx="3240000" cy="25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選択
.loc/.iloc
[[cols]]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521200.0" y="4140000.0"/>
            <a:ext cx="468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025200" y="2880000"/>
            <a:ext cx="3240000" cy="25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フィルタ
.query()
boolean mask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301200.0" y="4140000.0"/>
            <a:ext cx="468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2805200" y="2880000"/>
            <a:ext cx="3240000" cy="25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集計
.groupby()
.agg()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081200.0" y="4140000.0"/>
            <a:ext cx="468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6585200" y="2880000"/>
            <a:ext cx="3240000" cy="25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結合
.merge()
.concat()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5200" y="5580000"/>
            <a:ext cx="3240000" cy="180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44"/>
                </a:solidFill>
              </a:rPr>
              <a:t>df = pd.read_csv('data.csv')
df.info()
df.describe()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5200" y="5580000"/>
            <a:ext cx="3240000" cy="180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44"/>
                </a:solidFill>
              </a:rPr>
              <a:t>df[['col1','col2']]
df.loc[0:5, 'col1']
df.iloc[0, 0]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200" y="5580000"/>
            <a:ext cx="3240000" cy="180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44"/>
                </a:solidFill>
              </a:rPr>
              <a:t>df[df['age']&gt;20]
df.query('age &gt; 20')
df[mask]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5200" y="5580000"/>
            <a:ext cx="3240000" cy="180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44"/>
                </a:solidFill>
              </a:rPr>
              <a:t>df.groupby('cat')['val']
  .agg(['mean','sum'])
  .reset_index()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85200" y="5580000"/>
            <a:ext cx="3240000" cy="180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44"/>
                </a:solidFill>
              </a:rPr>
              <a:t>pd.merge(df1,df2,
  on='key',
  how='left')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8280000"/>
            <a:ext cx="1980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DataFrameイメージ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0" y="9000000"/>
            <a:ext cx="270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300000" y="9000000"/>
            <a:ext cx="270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0000" y="9000000"/>
            <a:ext cx="270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00000" y="9000000"/>
            <a:ext cx="270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400000" y="9000000"/>
            <a:ext cx="270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0" y="9720000"/>
            <a:ext cx="270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000" y="9720000"/>
            <a:ext cx="270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Alice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9720000"/>
            <a:ext cx="270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700000" y="9720000"/>
            <a:ext cx="270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88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400000" y="9720000"/>
            <a:ext cx="270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0" y="10440000"/>
            <a:ext cx="2700000" cy="7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0000" y="10440000"/>
            <a:ext cx="2700000" cy="7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Bob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0000" y="10440000"/>
            <a:ext cx="2700000" cy="7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32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700000" y="10440000"/>
            <a:ext cx="2700000" cy="7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72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400000" y="10440000"/>
            <a:ext cx="2700000" cy="7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00000" y="11160000"/>
            <a:ext cx="270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0000" y="11160000"/>
            <a:ext cx="270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Carol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0000" y="11160000"/>
            <a:ext cx="270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28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700000" y="11160000"/>
            <a:ext cx="270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95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400000" y="11160000"/>
            <a:ext cx="2700000" cy="72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