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PyTorch GPU：CPU→GPU転送と並列計算フロー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620000"/>
            <a:ext cx="7200000" cy="64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620000"/>
            <a:ext cx="72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CPU (Host Memory)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520000"/>
            <a:ext cx="2880000" cy="1007999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Tensor X
(float32)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780000"/>
            <a:ext cx="2880000" cy="1007999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Tensor Y
(float32)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5040000"/>
            <a:ext cx="2880000" cy="1007999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Model
nn.Module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6300000"/>
            <a:ext cx="2880000" cy="1007999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Optimizer
AdamW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12000" y="4140000.0"/>
            <a:ext cx="1188000" cy="0.0"/>
          </a:xfrm>
          <a:prstGeom prst="line">
            <a:avLst/>
          </a:prstGeom>
          <a:ln w="508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48000" y="3600000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BA81A"/>
                </a:solidFill>
              </a:rPr>
              <a:t>.to(device)
.cuda()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72000" y="1620000"/>
            <a:ext cx="11880000" cy="6480000"/>
          </a:xfrm>
          <a:prstGeom prst="rect">
            <a:avLst/>
          </a:prstGeom>
          <a:solidFill>
            <a:srgbClr val="E8F4E8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72000" y="1620000"/>
            <a:ext cx="11880000" cy="64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GPU (Device Memory) - 並列計算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52000" y="2412000"/>
            <a:ext cx="126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matmul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20000" y="2412000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conv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988000" y="2412000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ReLU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56000" y="2412000"/>
            <a:ext cx="126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backprop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724000" y="2412000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grad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92000" y="2412000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BN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460000" y="2412000"/>
            <a:ext cx="126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dropout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828000" y="2412000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softmax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52000" y="3527999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matmul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20000" y="3527999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conv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988000" y="3527999"/>
            <a:ext cx="126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ReLU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356000" y="3527999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backprop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724000" y="3527999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grad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92000" y="3527999"/>
            <a:ext cx="126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BN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460000" y="3527999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dropout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828000" y="3527999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softmax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52000" y="4643998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matmul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20000" y="4643998"/>
            <a:ext cx="126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conv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988000" y="4643998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ReLU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356000" y="4643998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backprop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724000" y="4643998"/>
            <a:ext cx="126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grad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92000" y="4643998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BN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460000" y="4643998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dropout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828000" y="4643998"/>
            <a:ext cx="126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softmax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52000" y="5759997"/>
            <a:ext cx="126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matmul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20000" y="5759997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conv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988000" y="5759997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ReLU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356000" y="5759997"/>
            <a:ext cx="126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backprop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724000" y="5759997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grad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092000" y="5759997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BN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460000" y="5759997"/>
            <a:ext cx="126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dropout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828000" y="5759997"/>
            <a:ext cx="126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CUDA
Core
softmax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1024000" y="4860000.0"/>
            <a:ext cx="64800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1672000" y="3060000"/>
            <a:ext cx="2340000" cy="144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結果
(GPU上)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0000" y="8820000"/>
            <a:ext cx="198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GPU活用コード実装パターン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0000" y="9468000"/>
            <a:ext cx="19800000" cy="234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44"/>
                </a:solidFill>
              </a:rPr>
              <a:t>import torch
# デバイス設定
device = torch.device('cuda' if torch.cuda.is_available() else 'cpu')
print(f'Using device: {device}')  # cuda
# モデル・データをGPUへ転送
model = MyNet().to(device)          # モデル転送
x = x.to(device)                    # テンソル転送
y = y.to(device)
# 学習ループ（GPUで並列実行）
for x_batch, y_batch in loader:
    x_batch = x_batch.to(device)    # バッチをGPUへ
    y_batch = y_batch.to(device)
    output = model(x_batch)         # GPU並列順伝播
    loss = criterion(output, y_batch)
    optimizer.zero_grad()
    loss.backward()                 # GPU並列逆伝播
    optimizer.step()
# マルチGPU (DataParallel)
model = torch.nn.DataParallel(model)   # 複数GPU対応
# または DistributedDataParallel (推奨)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