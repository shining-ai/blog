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動的メモリ管理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Dynamic Memory Management — malloc/free の仕組み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実行時に必要なサイズが決まるデータ構造や長寿命オブジェクトにはヒープメモリを動的確保する。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malloc / free の内部動作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43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999" y="4032000"/>
            <a:ext cx="41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① 空きリスト検索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20000" y="3888000"/>
            <a:ext cx="792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8000" y="4068000"/>
            <a:ext cx="77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フリーリスト（双方向リスト）から適切なブロックを探す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968000"/>
            <a:ext cx="43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5112000"/>
            <a:ext cx="41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② ブロック分割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20000" y="4968000"/>
            <a:ext cx="792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8000" y="5148000"/>
            <a:ext cx="77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要求より大きいブロックは分割して余りを戻す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6048000"/>
            <a:ext cx="43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999" y="6192000"/>
            <a:ext cx="41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③ ヘッダ設定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20000" y="6048000"/>
            <a:ext cx="792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8000" y="6228000"/>
            <a:ext cx="77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size と使用中フラグをブロック先頭に書き込む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128000"/>
            <a:ext cx="43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99" y="7272000"/>
            <a:ext cx="41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④ ポインタ返却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20000" y="7128000"/>
            <a:ext cx="792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8000" y="7308000"/>
            <a:ext cx="77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ヘッダの直後のアドレスをユーザに返す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8208000"/>
            <a:ext cx="43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99" y="8352000"/>
            <a:ext cx="41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free時: 合併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20000" y="8208000"/>
            <a:ext cx="792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8000" y="8388000"/>
            <a:ext cx="77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解放ブロックを隣接する空きブロックと結合（コアレシング）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000" y="3240000"/>
            <a:ext cx="6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主なメモリバグ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680000" y="3888000"/>
            <a:ext cx="1800000" cy="11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52000" y="4176000"/>
            <a:ext cx="165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メモリリーク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52000" y="3888000"/>
            <a:ext cx="5220000" cy="11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660000" y="4176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確保後に free 忘れ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680000" y="5148000"/>
            <a:ext cx="1800000" cy="11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52000" y="5436000"/>
            <a:ext cx="165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ダングリングポインタ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52000" y="5148000"/>
            <a:ext cx="5220000" cy="11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660000" y="5436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解放後のアドレスを参照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680000" y="6408000"/>
            <a:ext cx="1800000" cy="11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52000" y="6696000"/>
            <a:ext cx="165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二重解放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552000" y="6408000"/>
            <a:ext cx="5220000" cy="11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660000" y="6696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free を2回呼ぶ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680000" y="7668000"/>
            <a:ext cx="1800000" cy="11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52000" y="7956000"/>
            <a:ext cx="165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バッファオーバーフロー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52000" y="7668000"/>
            <a:ext cx="5220000" cy="11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660000" y="7956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確保サイズ外への書き込み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680000" y="8928000"/>
            <a:ext cx="1800000" cy="118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52000" y="9216000"/>
            <a:ext cx="165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</a:rPr>
              <a:t>初期化忘れ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552000" y="8928000"/>
            <a:ext cx="5220000" cy="11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660000" y="9216000"/>
            <a:ext cx="50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未初期化メモリの読み取り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000" y="9720000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主要アロケータ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000" y="10368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999" y="10404000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glibc malloc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0000" y="11088000"/>
            <a:ext cx="486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999" y="11124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ptmalloc2ベース。アリーナ分割でスレッド競合低減。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000" y="10368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68000" y="10404000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tcmalloc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000" y="11088000"/>
            <a:ext cx="486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68000" y="11124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Googleが開発。スレッドローカルキャッシュで高速。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800000" y="10368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08000" y="10404000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jemalloc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800000" y="11088000"/>
            <a:ext cx="486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08000" y="11124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Facebookが採用。断片化最小化に優れる。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840000" y="10368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947999" y="10404000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mimalloc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840000" y="11088000"/>
            <a:ext cx="486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947999" y="11124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Microsoftが開発。小アロケーションに超高速。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