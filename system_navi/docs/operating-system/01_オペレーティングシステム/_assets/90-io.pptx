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I/O管理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I/O Management — 入出力の方式と最適化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OSはデバイスドライバを介してI/Oデバイスを制御し、効率的なデータ転送を実現する。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I/O 方式の比較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3924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プログラムI/O
(Polling)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4788000"/>
            <a:ext cx="4860000" cy="32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999" y="48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CPUがデバイスを
常に監視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999" y="6120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◆ シンプル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66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0000"/>
                </a:solidFill>
              </a:rPr>
              <a:t>▲ CPU時間を浪費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0" y="3888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8000" y="3924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割り込み駆動I/O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0" y="4788000"/>
            <a:ext cx="4860000" cy="32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8000" y="48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完了時に割り込みで
CPUに通知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000" y="6120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◆ CPUを有効活用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8000" y="66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0000"/>
                </a:solidFill>
              </a:rPr>
              <a:t>▲ 割り込みオーバーヘッド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0" y="3888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000" y="3924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DMA
(Direct Memory Access)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0" y="4788000"/>
            <a:ext cx="4860000" cy="32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08000" y="48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CPUを介さずメモリ
←→ デバイス転送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000" y="6120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◆ 高スループット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000" y="66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0000"/>
                </a:solidFill>
              </a:rPr>
              <a:t>▲ DMAコントローラが必要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40000" y="3888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947999" y="3924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非同期I/O
(io_uring等)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840000" y="4788000"/>
            <a:ext cx="4860000" cy="32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947999" y="48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I/Oを投入後すぐ
別処理を続行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47999" y="6120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◆ 最高効率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47999" y="66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0000"/>
                </a:solidFill>
              </a:rPr>
              <a:t>▲ プログラムが複雑化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" y="846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ディスクスケジューリング（HDDヘッド移動最適化）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910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999" y="914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FCFS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982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999" y="99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到着順に処理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999" y="108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公平だが非効率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000" y="910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68000" y="914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SSTF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000" y="982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8000" y="99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現在位置に最も近いトラックを優先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8000" y="108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スループット良好・飢餓あり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00000" y="910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08000" y="914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0000" y="982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08000" y="99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エレベーター方式・端から端へ移動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08000" y="108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均一な応答時間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840000" y="910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947999" y="914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C-SCAN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840000" y="9828000"/>
            <a:ext cx="486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947999" y="99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一方向のみ移動・折り返し時はスキップ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947999" y="108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SCAN より均一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