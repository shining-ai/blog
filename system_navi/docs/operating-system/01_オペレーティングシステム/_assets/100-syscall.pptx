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システムコール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System Call — ユーザ空間とカーネル空間の境界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ユーザプロセスがカーネルの機能（ファイルI/O・プロセス管理等）を呼び出す唯一の手段。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特権レベルの分離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936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960000"/>
            <a:ext cx="90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ユーザ空間  (Ring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500000"/>
            <a:ext cx="90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DE4FC"/>
                </a:solidFill>
              </a:rPr>
              <a:t>アプリケーション・標準ライブラリ (glibc)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580000"/>
            <a:ext cx="9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↓ システムコール（ソフトウェア割り込み int 0x80 / syscall命令）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6300000"/>
            <a:ext cx="9360000" cy="16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6372000"/>
            <a:ext cx="90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カーネル空間  (Ring 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6912000"/>
            <a:ext cx="90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DE4FC"/>
                </a:solidFill>
              </a:rPr>
              <a:t>カーネル・デバイスドライバ・ハードウェア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0" y="324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主要システムコール（Linux/x86-64）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0" y="3888000"/>
            <a:ext cx="180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08000" y="3960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番号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00000" y="3888000"/>
            <a:ext cx="288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07999" y="3960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名前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480000" y="3888000"/>
            <a:ext cx="504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87999" y="3960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概要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0" y="4644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08000" y="4716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00000" y="4644000"/>
            <a:ext cx="288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07999" y="4716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read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480000" y="4644000"/>
            <a:ext cx="50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87999" y="4716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ファイルディスクリプタから読み込み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00000" y="5400000"/>
            <a:ext cx="18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08000" y="5472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600000" y="5400000"/>
            <a:ext cx="28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07999" y="5472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write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480000" y="5400000"/>
            <a:ext cx="50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87999" y="5472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ファイルディスクリプタへ書き込み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00000" y="6156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08000" y="6228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600000" y="6156000"/>
            <a:ext cx="288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07999" y="6228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open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80000" y="6156000"/>
            <a:ext cx="50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87999" y="6228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ファイルを開く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00000" y="6912000"/>
            <a:ext cx="18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08000" y="6984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600000" y="6912000"/>
            <a:ext cx="28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07999" y="6984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close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480000" y="6912000"/>
            <a:ext cx="50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87999" y="6984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ファイルディスクリプタを閉じる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00000" y="7668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08000" y="7740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600000" y="7668000"/>
            <a:ext cx="288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707999" y="7740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mmap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480000" y="7668000"/>
            <a:ext cx="50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587999" y="7740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メモリマッピング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00000" y="8424000"/>
            <a:ext cx="18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08000" y="8496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600000" y="8424000"/>
            <a:ext cx="28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07999" y="8496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munmap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480000" y="8424000"/>
            <a:ext cx="50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87999" y="8496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メモリマッピング解除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800000" y="9180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08000" y="9252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39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600000" y="9180000"/>
            <a:ext cx="288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707999" y="9252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getpid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480000" y="9180000"/>
            <a:ext cx="50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587999" y="9252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プロセスIDの取得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800000" y="9936000"/>
            <a:ext cx="18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08000" y="10008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57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600000" y="9936000"/>
            <a:ext cx="28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707999" y="10008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fork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480000" y="9936000"/>
            <a:ext cx="50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587999" y="10008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子プロセスを生成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800000" y="10692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908000" y="10764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59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600000" y="10692000"/>
            <a:ext cx="288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707999" y="10764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execve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480000" y="10692000"/>
            <a:ext cx="50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587999" y="10764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プログラムを実行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00000" y="11448000"/>
            <a:ext cx="18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08000" y="11520000"/>
            <a:ext cx="15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60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600000" y="11448000"/>
            <a:ext cx="28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707999" y="11520000"/>
            <a:ext cx="26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exit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480000" y="11448000"/>
            <a:ext cx="50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587999" y="11520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プロセス終了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0000" y="846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コスト: ユーザ↔カーネル切り替えに ~200ns (モード切り替え + TLB/キャッシュ影響)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