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シグナル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Signal — プロセスへの非同期通知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OSまたは別プロセスがプロセスへ送る非同期通知。ソフトウェア割り込みとも呼ばれる。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主要シグナル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80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396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番号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0000" y="3888000"/>
            <a:ext cx="324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2000" y="396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名前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3888000"/>
            <a:ext cx="576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2000" y="396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デフォルト動作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60000" y="3888000"/>
            <a:ext cx="79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32000" y="396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説明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4608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68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0000" y="4608000"/>
            <a:ext cx="32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2000" y="468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SIGHUP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460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2000" y="468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終了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60000" y="4608000"/>
            <a:ext cx="79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32000" y="468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ハングアップ（端末切断）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328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540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0000" y="5328000"/>
            <a:ext cx="32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2000" y="540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5328000"/>
            <a:ext cx="57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540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終了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60000" y="5328000"/>
            <a:ext cx="79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32000" y="540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Ctrl+C による割り込み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6048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612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00000" y="6048000"/>
            <a:ext cx="32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2000" y="612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SIGQUIT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0" y="604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2000" y="612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コアダンプ終了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60000" y="6048000"/>
            <a:ext cx="79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32000" y="612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Ctrl+\ によるQuit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000" y="6768000"/>
            <a:ext cx="180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000" y="684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00000" y="6768000"/>
            <a:ext cx="324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2000" y="684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SIGKILL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0000" y="6768000"/>
            <a:ext cx="576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2000" y="684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強制終了（捕捉不可）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060000" y="6768000"/>
            <a:ext cx="792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32000" y="684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強制終了・無視不可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7488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000" y="756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00000" y="7488000"/>
            <a:ext cx="32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72000" y="756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SIGSEGV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0000" y="748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2000" y="756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コアダンプ終了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060000" y="7488000"/>
            <a:ext cx="79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32000" y="756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不正メモリアクセス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8208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2000" y="828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00000" y="8208000"/>
            <a:ext cx="32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72000" y="828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SIGPIPE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0000" y="8208000"/>
            <a:ext cx="57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2000" y="828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終了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60000" y="8208000"/>
            <a:ext cx="79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32000" y="828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パイプへの書き込みが受信者なし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0000" y="8928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2000" y="900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00000" y="8928000"/>
            <a:ext cx="32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72000" y="900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SIGALRM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0000" y="892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92000" y="900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終了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60000" y="8928000"/>
            <a:ext cx="79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132000" y="900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alarm()タイマー満了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0000" y="9648000"/>
            <a:ext cx="1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2000" y="972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00000" y="9648000"/>
            <a:ext cx="32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72000" y="972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SIGTERM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0000" y="9648000"/>
            <a:ext cx="57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92000" y="972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終了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060000" y="9648000"/>
            <a:ext cx="79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132000" y="972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終了要求（捕捉可能）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0000" y="10368000"/>
            <a:ext cx="18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2000" y="1044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00000" y="10368000"/>
            <a:ext cx="324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72000" y="1044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SIGCHLD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0000" y="1036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92000" y="1044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無視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060000" y="10368000"/>
            <a:ext cx="792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132000" y="1044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子プロセスの終了/停止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0000" y="11088000"/>
            <a:ext cx="180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2000" y="11160000"/>
            <a:ext cx="1655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00000" y="11088000"/>
            <a:ext cx="324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72000" y="11160000"/>
            <a:ext cx="30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SIGSTOP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0000" y="11088000"/>
            <a:ext cx="576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92000" y="11160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停止（捕捉不可）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060000" y="11088000"/>
            <a:ext cx="792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132000" y="11160000"/>
            <a:ext cx="77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プロセス一時停止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0000" y="1152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シグナルハンドリング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