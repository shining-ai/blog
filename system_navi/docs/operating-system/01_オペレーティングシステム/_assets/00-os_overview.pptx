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504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OS の概要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9900000"/>
            <a:ext cx="9000000" cy="1260000"/>
          </a:xfrm>
          <a:prstGeom prst="rect">
            <a:avLst/>
          </a:prstGeom>
          <a:solidFill>
            <a:srgbClr val="444444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ハードウェア
(CPU / メモリ / I/O)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6120000"/>
            <a:ext cx="9000000" cy="54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カーネル空間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6732000"/>
            <a:ext cx="4140000" cy="1007999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プロセス管理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0000" y="6732000"/>
            <a:ext cx="4140000" cy="1007999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メモリ管理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7920000"/>
            <a:ext cx="4140000" cy="1007999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ファイルシステム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0000" y="7920000"/>
            <a:ext cx="4140000" cy="1007999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デバイスドライバ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9108000"/>
            <a:ext cx="9000000" cy="54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システムコール境界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3600000"/>
            <a:ext cx="9000000" cy="54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ユーザ空間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4212000"/>
            <a:ext cx="4140000" cy="100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アプリケーション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0000" y="4212000"/>
            <a:ext cx="4140000" cy="100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13CA6"/>
                </a:solidFill>
              </a:rPr>
              <a:t>標準ライブラリ (glibc)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80000" y="5220000"/>
            <a:ext cx="0" cy="90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720000" y="5220000"/>
            <a:ext cx="2880000" cy="5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システムコール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0000" y="1980000"/>
            <a:ext cx="864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OS の主要機能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20000" y="306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プロセス管理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192000" y="3060000"/>
            <a:ext cx="4860000" cy="100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生成・スケジューリング・終了・IPC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20000" y="414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メモリ管理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192000" y="4140000"/>
            <a:ext cx="4860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仮想アドレス空間・ページング・スワップ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20000" y="522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ファイルシステム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92000" y="5220000"/>
            <a:ext cx="4860000" cy="100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ディレクトリ・権限・ブロックデバイス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520000" y="630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I/O 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92000" y="6300000"/>
            <a:ext cx="4860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デバイスドライバ・バッファリング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0000" y="738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ネットワーク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192000" y="7380000"/>
            <a:ext cx="4860000" cy="1007999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TCP/IP スタック・ソケット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520000" y="8460000"/>
            <a:ext cx="3600000" cy="1007999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セキュリティ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192000" y="8460000"/>
            <a:ext cx="4860000" cy="100799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333333"/>
                </a:solidFill>
              </a:rPr>
              <a:t>権限管理・名前空間・capabilities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