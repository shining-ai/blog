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98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16000"/>
            <a:ext cx="1620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メモリ管理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152000"/>
            <a:ext cx="180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BDE4FC"/>
                </a:solidFill>
              </a:rPr>
              <a:t>Memory Management — OS によるメモリ割り当て戦略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340000"/>
            <a:ext cx="19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A1A2E"/>
                </a:solidFill>
              </a:rPr>
              <a:t>OSは物理メモリを各プロセスへ効率的に割り当て・解放し、断片化を防ぐ管理を行う。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20000" y="3240000"/>
            <a:ext cx="4860000" cy="72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7999" y="3311999"/>
            <a:ext cx="468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</a:rPr>
              <a:t>固定分割</a:t>
            </a:r>
          </a:p>
        </p:txBody>
      </p:sp>
      <p:sp>
        <p:nvSpPr>
          <p:cNvPr id="9" name="Rectangle 8"/>
          <p:cNvSpPr/>
          <p:nvPr/>
        </p:nvSpPr>
        <p:spPr>
          <a:xfrm>
            <a:off x="720000" y="3960000"/>
            <a:ext cx="4860000" cy="234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999" y="4031999"/>
            <a:ext cx="468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</a:rPr>
              <a:t>メモリをあらかじめ固定サイズに分割
→ 内部断片化が発生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0000" y="6300000"/>
            <a:ext cx="4860000" cy="648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999" y="6336000"/>
            <a:ext cx="468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13CA6"/>
                </a:solidFill>
              </a:rPr>
              <a:t>◆ シンプル・低コスト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000" y="3240000"/>
            <a:ext cx="4860000" cy="72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68000" y="3311999"/>
            <a:ext cx="468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</a:rPr>
              <a:t>可変分割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60000" y="3960000"/>
            <a:ext cx="4860000" cy="234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68000" y="4031999"/>
            <a:ext cx="468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</a:rPr>
              <a:t>プロセスサイズに合わせて割り当て
→ 外部断片化が発生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000" y="6300000"/>
            <a:ext cx="4860000" cy="648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68000" y="6336000"/>
            <a:ext cx="468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13CA6"/>
                </a:solidFill>
              </a:rPr>
              <a:t>◆ 柔軟・コンパクション必要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800000" y="3240000"/>
            <a:ext cx="4860000" cy="72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08000" y="3311999"/>
            <a:ext cx="468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</a:rPr>
              <a:t>ページング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800000" y="3960000"/>
            <a:ext cx="4860000" cy="234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08000" y="4031999"/>
            <a:ext cx="468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</a:rPr>
              <a:t>固定サイズページ単位で管理
→ 外部断片化なし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800000" y="6300000"/>
            <a:ext cx="4860000" cy="648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08000" y="6336000"/>
            <a:ext cx="468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13CA6"/>
                </a:solidFill>
              </a:rPr>
              <a:t>◆ 現代OSの標準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840000" y="3240000"/>
            <a:ext cx="4860000" cy="72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947999" y="3311999"/>
            <a:ext cx="468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</a:rPr>
              <a:t>セグメンテーション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840000" y="3960000"/>
            <a:ext cx="4860000" cy="234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947999" y="4031999"/>
            <a:ext cx="468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</a:rPr>
              <a:t>論理セグメント（コード/データ等）
→ 内部断片化なし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5840000" y="6300000"/>
            <a:ext cx="4860000" cy="648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947999" y="6336000"/>
            <a:ext cx="468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13CA6"/>
                </a:solidFill>
              </a:rPr>
              <a:t>◆ プログラム構造に沿う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0000" y="7380000"/>
            <a:ext cx="19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13CA6"/>
                </a:solidFill>
              </a:rPr>
              <a:t>空きリスト管理アルゴリズム（可変分割）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000" y="8028000"/>
            <a:ext cx="4860000" cy="72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7999" y="8100000"/>
            <a:ext cx="468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First Fit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0000" y="8748000"/>
            <a:ext cx="4860000" cy="16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7999" y="8820000"/>
            <a:ext cx="4680000" cy="15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先頭から走査して最初に見つかった空き領域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760000" y="8028000"/>
            <a:ext cx="4860000" cy="72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68000" y="8100000"/>
            <a:ext cx="468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Best Fit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60000" y="8748000"/>
            <a:ext cx="4860000" cy="16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68000" y="8820000"/>
            <a:ext cx="4680000" cy="15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最も小さい適合する空き領域を選択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800000" y="8028000"/>
            <a:ext cx="4860000" cy="720000"/>
          </a:xfrm>
          <a:prstGeom prst="rect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908000" y="8100000"/>
            <a:ext cx="468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Worst Fit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800000" y="8748000"/>
            <a:ext cx="4860000" cy="16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908000" y="8820000"/>
            <a:ext cx="4680000" cy="15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最も大きい空き領域を選択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5840000" y="8028000"/>
            <a:ext cx="4860000" cy="72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5947999" y="8100000"/>
            <a:ext cx="468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A1A2E"/>
                </a:solidFill>
              </a:rPr>
              <a:t>Quick Fit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5840000" y="8748000"/>
            <a:ext cx="4860000" cy="16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5947999" y="8820000"/>
            <a:ext cx="4680000" cy="15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よく使うサイズのリストを別途管理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0000" y="10620000"/>
            <a:ext cx="19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A1A2E"/>
                </a:solidFill>
              </a:rPr>
              <a:t>Buddyシステム: 2のべき乗サイズで分割・合併 → Linuxカーネルで採用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