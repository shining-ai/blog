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0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FFFFFF"/>
                </a:solidFill>
              </a:rPr>
              <a:t>zlib と DEFLATE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19800000" cy="90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DEFLATE = LZ77 (バック参照) + ハフマン符号化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3240000"/>
            <a:ext cx="612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1: LZ77 圧縮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4140000"/>
            <a:ext cx="6120000" cy="216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013CA6"/>
                </a:solidFill>
              </a:rPr>
              <a:t>入力: "ABCABCABC"
出力: A B C &lt;距離=3, 長さ=6&gt;
→ 以前の文字列を(距離,長さ)参照で置換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0" y="3240000"/>
            <a:ext cx="612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2: ハフマン符号化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0" y="4140000"/>
            <a:ext cx="6120000" cy="216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013CA6"/>
                </a:solidFill>
              </a:rPr>
              <a:t>頻度の高いシンボル → 短いビット列
頻度の低いシンボル → 長いビット列
固定/動的ハフマン木を選択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40000" y="3240000"/>
            <a:ext cx="648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フォーマット比較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40000" y="4140000"/>
            <a:ext cx="27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形式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20000" y="4140000"/>
            <a:ext cx="1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ヘッダ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900000" y="4140000"/>
            <a:ext cx="1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チェックサム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040000" y="4968000"/>
            <a:ext cx="270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deflate(raw)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20000" y="4968000"/>
            <a:ext cx="180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なし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900000" y="4968000"/>
            <a:ext cx="180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なし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040000" y="5796000"/>
            <a:ext cx="270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zlib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20000" y="5796000"/>
            <a:ext cx="180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CMF+FLG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900000" y="5796000"/>
            <a:ext cx="180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Adler-32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040000" y="6623999"/>
            <a:ext cx="270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gzip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20000" y="6623999"/>
            <a:ext cx="180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10バイト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900000" y="6623999"/>
            <a:ext cx="180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CRC-32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" y="6840000"/>
            <a:ext cx="19800000" cy="162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圧縮レベル: 0(無圧縮) 〜 9(最高圧縮)
レベル1: 高速・低圧縮  /  レベル9: 低速・高圧縮
デフォルト(6)はバランス点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000" y="8820000"/>
            <a:ext cx="19800000" cy="9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3CA6"/>
                </a:solidFill>
              </a:rPr>
              <a:t>用途: HTTP gzip圧縮 / PNG内部圧縮 / ZIP/JAR / SQLiteのWAL圧縮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