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540000"/>
            <a:ext cx="198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5段パイプライン処理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268000"/>
            <a:ext cx="14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5段パイプライン（4命令の同時実行）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0" y="1908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Cycle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0" y="1908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Cycle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8460000" y="1908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Cycle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0" y="1908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Cycle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60000" y="1908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Cycle 5</a:t>
            </a:r>
          </a:p>
        </p:txBody>
      </p:sp>
      <p:sp>
        <p:nvSpPr>
          <p:cNvPr id="9" name="Rectangle 8"/>
          <p:cNvSpPr/>
          <p:nvPr/>
        </p:nvSpPr>
        <p:spPr>
          <a:xfrm>
            <a:off x="16560000" y="1908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Cycle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60000" y="1908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Cycle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60000" y="1908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Cycle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060000"/>
            <a:ext cx="2232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命令 I1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0000" y="3060000"/>
            <a:ext cx="2628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0" y="3060000"/>
            <a:ext cx="2628000" cy="1080000"/>
          </a:xfrm>
          <a:prstGeom prst="rect">
            <a:avLst/>
          </a:prstGeom>
          <a:solidFill>
            <a:srgbClr val="1A5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60000" y="3060000"/>
            <a:ext cx="2628000" cy="10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60000" y="3060000"/>
            <a:ext cx="2628000" cy="10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MEM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860000" y="3060000"/>
            <a:ext cx="2628000" cy="1080000"/>
          </a:xfrm>
          <a:prstGeom prst="rect">
            <a:avLst/>
          </a:prstGeom>
          <a:solidFill>
            <a:srgbClr val="6B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4248000"/>
            <a:ext cx="2232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命令 I2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0" y="4248000"/>
            <a:ext cx="2628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60000" y="4248000"/>
            <a:ext cx="2628000" cy="1080000"/>
          </a:xfrm>
          <a:prstGeom prst="rect">
            <a:avLst/>
          </a:prstGeom>
          <a:solidFill>
            <a:srgbClr val="1A5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60000" y="4248000"/>
            <a:ext cx="2628000" cy="10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60000" y="4248000"/>
            <a:ext cx="2628000" cy="10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MEM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560000" y="4248000"/>
            <a:ext cx="2628000" cy="1080000"/>
          </a:xfrm>
          <a:prstGeom prst="rect">
            <a:avLst/>
          </a:prstGeom>
          <a:solidFill>
            <a:srgbClr val="6B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5436000"/>
            <a:ext cx="2232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命令 I3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0000" y="5436000"/>
            <a:ext cx="2628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160000" y="5436000"/>
            <a:ext cx="2628000" cy="1080000"/>
          </a:xfrm>
          <a:prstGeom prst="rect">
            <a:avLst/>
          </a:prstGeom>
          <a:solidFill>
            <a:srgbClr val="1A5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860000" y="5436000"/>
            <a:ext cx="2628000" cy="10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560000" y="5436000"/>
            <a:ext cx="2628000" cy="10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MEM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60000" y="5436000"/>
            <a:ext cx="2628000" cy="1080000"/>
          </a:xfrm>
          <a:prstGeom prst="rect">
            <a:avLst/>
          </a:prstGeom>
          <a:solidFill>
            <a:srgbClr val="6B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6623999"/>
            <a:ext cx="2232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命令 I4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60000" y="6623999"/>
            <a:ext cx="2628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860000" y="6623999"/>
            <a:ext cx="2628000" cy="1080000"/>
          </a:xfrm>
          <a:prstGeom prst="rect">
            <a:avLst/>
          </a:prstGeom>
          <a:solidFill>
            <a:srgbClr val="1A5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560000" y="6623999"/>
            <a:ext cx="2628000" cy="10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EX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60000" y="6623999"/>
            <a:ext cx="2628000" cy="10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MEM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960000" y="6623999"/>
            <a:ext cx="2628000" cy="1080000"/>
          </a:xfrm>
          <a:prstGeom prst="rect">
            <a:avLst/>
          </a:prstGeom>
          <a:solidFill>
            <a:srgbClr val="6B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8100000"/>
            <a:ext cx="19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ステージ説明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000" y="8712000"/>
            <a:ext cx="180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72000" y="8712000"/>
            <a:ext cx="198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命令フェッチ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60000" y="8712000"/>
            <a:ext cx="1800000" cy="1007999"/>
          </a:xfrm>
          <a:prstGeom prst="rect">
            <a:avLst/>
          </a:prstGeom>
          <a:solidFill>
            <a:srgbClr val="1A5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32000" y="8712000"/>
            <a:ext cx="198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命令デコード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20000" y="8712000"/>
            <a:ext cx="1800000" cy="100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92000" y="8712000"/>
            <a:ext cx="198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演算実行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780000" y="8712000"/>
            <a:ext cx="180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MEM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52000" y="8712000"/>
            <a:ext cx="198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メモリアクセス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740000" y="8712000"/>
            <a:ext cx="1800000" cy="1007999"/>
          </a:xfrm>
          <a:prstGeom prst="rect">
            <a:avLst/>
          </a:prstGeom>
          <a:solidFill>
            <a:srgbClr val="6B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612000" y="8712000"/>
            <a:ext cx="198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ライトバック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000" y="10152000"/>
            <a:ext cx="19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ハザードと対策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000" y="10800000"/>
            <a:ext cx="3600000" cy="100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データハザード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08000" y="10800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フォワーディング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60000" y="10800000"/>
            <a:ext cx="360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制御ハザード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268000" y="10800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分岐予測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220000" y="10800000"/>
            <a:ext cx="360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構造ハザード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928000" y="10800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リソース複製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