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有限状態機械 (Finite State Machine)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ムーア型 vs ミーリー型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0" y="2880000"/>
            <a:ext cx="72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ムーア型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20000" y="2880000"/>
            <a:ext cx="72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ミーリー型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780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出力の依存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3780000"/>
            <a:ext cx="72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状態のみ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20000" y="3780000"/>
            <a:ext cx="72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状態 + 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716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出力タイミング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0" y="4716000"/>
            <a:ext cx="72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状態遷移後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20000" y="4716000"/>
            <a:ext cx="72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入力と同時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5652000"/>
            <a:ext cx="468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状態数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5652000"/>
            <a:ext cx="72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やや多い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20000" y="5652000"/>
            <a:ext cx="7200000" cy="82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やや少ない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6588000"/>
            <a:ext cx="468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用途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0" y="6588000"/>
            <a:ext cx="72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シンプルな制御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20000" y="6588000"/>
            <a:ext cx="7200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応答速度重視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792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信号機 FSM（ムーア型）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882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現在の状態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0" y="8820000"/>
            <a:ext cx="68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次の状態（N秒後）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400000" y="8820000"/>
            <a:ext cx="61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出力（ライト）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9720000"/>
            <a:ext cx="6120000" cy="792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赤 (RED)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972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青 (GREEN)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00000" y="9720000"/>
            <a:ext cx="61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停止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620000"/>
            <a:ext cx="6120000" cy="79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青 (GREEN)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0" y="1062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黄 (YELLOW)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0" y="10620000"/>
            <a:ext cx="61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進め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1520000"/>
            <a:ext cx="6120000" cy="79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黄 (YELLOW)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1520000"/>
            <a:ext cx="68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赤 (RED)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00000" y="11520000"/>
            <a:ext cx="612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注意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