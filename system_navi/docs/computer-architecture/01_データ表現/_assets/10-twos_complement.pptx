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2の補数と IEEE 754 浮動小数点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340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① 2の補数：-5 を 8ビットで表現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3060000"/>
            <a:ext cx="57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A1A1A"/>
                </a:solidFill>
              </a:rPr>
              <a:t>+5 の2進数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2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6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8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0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2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3999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4140000"/>
            <a:ext cx="72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0000" y="3060000"/>
            <a:ext cx="576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A1A1A"/>
                </a:solidFill>
              </a:rPr>
              <a:t>各ビット反転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0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2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6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8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50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952000" y="4140000"/>
            <a:ext cx="648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54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80000" y="4140000"/>
            <a:ext cx="72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580000" y="3060000"/>
            <a:ext cx="576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を加算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580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82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984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686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88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90000" y="4140000"/>
            <a:ext cx="648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92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94000" y="4140000"/>
            <a:ext cx="648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5112000"/>
            <a:ext cx="19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符号ビット(最上位)が 1 → 負の数    |    00〜7F₁₆ → 正、80〜FF₁₆ → 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5940000"/>
            <a:ext cx="18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② IEEE 754 単精度浮動小数点（32ビット）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" y="6660000"/>
            <a:ext cx="648000" cy="1260000"/>
          </a:xfrm>
          <a:prstGeom prst="rect">
            <a:avLst/>
          </a:prstGeom>
          <a:solidFill>
            <a:srgbClr val="FF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55999" y="6660000"/>
            <a:ext cx="5040000" cy="126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指数部 (8bit)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03999" y="6660000"/>
            <a:ext cx="13320000" cy="126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仮数部 (23bit)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8280000"/>
            <a:ext cx="19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値 = (-1)^S  ×  1.仮数部  ×  2^(指数部 - 127)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" y="9288000"/>
            <a:ext cx="5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例：1.0f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000" y="9900000"/>
            <a:ext cx="1007999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5999" y="9900000"/>
            <a:ext cx="5040000" cy="100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01111111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63999" y="9900000"/>
            <a:ext cx="1332000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00000000000000000000000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" y="11160000"/>
            <a:ext cx="19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>
                <a:solidFill>
                  <a:srgbClr val="00B050"/>
                </a:solidFill>
              </a:rPr>
              <a:t>S=0, 指数=127-127=0, 仮数=0  →  1.0 × 2⁰ =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