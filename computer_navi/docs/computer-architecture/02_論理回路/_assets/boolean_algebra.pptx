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20000" y="540000"/>
            <a:ext cx="1980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ブール代数と論理ゲート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268000"/>
            <a:ext cx="144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基本論理ゲートと真理値表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2988000"/>
            <a:ext cx="3168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4068000"/>
            <a:ext cx="3168000" cy="792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013CA6"/>
                </a:solidFill>
              </a:rPr>
              <a:t>A·B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000" y="4968000"/>
            <a:ext cx="1056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1956000" y="4968000"/>
            <a:ext cx="1056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B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2000" y="4968000"/>
            <a:ext cx="1056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出力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900000" y="5688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56000" y="5688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2000" y="5688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000" y="6480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56000" y="6480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2000" y="6480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000" y="7272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56000" y="7272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2000" y="7272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000" y="8064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56000" y="8064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2000" y="8064000"/>
            <a:ext cx="1056000" cy="72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48000" y="2988000"/>
            <a:ext cx="3168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48000" y="4068000"/>
            <a:ext cx="3168000" cy="792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013CA6"/>
                </a:solidFill>
              </a:rPr>
              <a:t>A+B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48000" y="4968000"/>
            <a:ext cx="1056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4000" y="4968000"/>
            <a:ext cx="1056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0000" y="4968000"/>
            <a:ext cx="1056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出力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48000" y="5688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4000" y="5688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60000" y="5688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48000" y="6480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4000" y="6480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60000" y="6480000"/>
            <a:ext cx="1056000" cy="72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48000" y="7272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4000" y="7272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60000" y="7272000"/>
            <a:ext cx="1056000" cy="72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48000" y="8064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4000" y="8064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60000" y="8064000"/>
            <a:ext cx="1056000" cy="72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96000" y="2988000"/>
            <a:ext cx="3168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NOT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96000" y="4068000"/>
            <a:ext cx="3168000" cy="792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013CA6"/>
                </a:solidFill>
              </a:rPr>
              <a:t>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96000" y="4968000"/>
            <a:ext cx="1056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52000" y="4968000"/>
            <a:ext cx="1056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08000" y="4968000"/>
            <a:ext cx="1056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出力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96000" y="5688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52000" y="5688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-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08000" y="5688000"/>
            <a:ext cx="1056000" cy="72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96000" y="6480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52000" y="6480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-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08000" y="6480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944000" y="2988000"/>
            <a:ext cx="3168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NAND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944000" y="4068000"/>
            <a:ext cx="3168000" cy="792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013CA6"/>
                </a:solidFill>
              </a:rPr>
              <a:t>¬(A·B)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944000" y="4968000"/>
            <a:ext cx="1056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000000" y="4968000"/>
            <a:ext cx="1056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056000" y="4968000"/>
            <a:ext cx="1056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出力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944000" y="5688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000000" y="5688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056000" y="5688000"/>
            <a:ext cx="1056000" cy="72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944000" y="6480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000000" y="6480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056000" y="6480000"/>
            <a:ext cx="1056000" cy="72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944000" y="7272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000000" y="7272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3056000" y="7272000"/>
            <a:ext cx="1056000" cy="72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944000" y="8064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2000000" y="8064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056000" y="8064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4292000" y="2988000"/>
            <a:ext cx="3168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NOR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4292000" y="4068000"/>
            <a:ext cx="3168000" cy="792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013CA6"/>
                </a:solidFill>
              </a:rPr>
              <a:t>¬(A+B)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4292000" y="4968000"/>
            <a:ext cx="1056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5348000" y="4968000"/>
            <a:ext cx="1056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B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404000" y="4968000"/>
            <a:ext cx="1056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出力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4292000" y="5688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5348000" y="5688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6404000" y="5688000"/>
            <a:ext cx="1056000" cy="72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4292000" y="6480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5348000" y="6480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404000" y="6480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4292000" y="7272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5348000" y="7272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6404000" y="7272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4292000" y="8064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5348000" y="8064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404000" y="8064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7640000" y="2988000"/>
            <a:ext cx="3168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XOR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7640000" y="4068000"/>
            <a:ext cx="3168000" cy="792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013CA6"/>
                </a:solidFill>
              </a:rPr>
              <a:t>A⊕B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7640000" y="4968000"/>
            <a:ext cx="1056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8696000" y="4968000"/>
            <a:ext cx="1056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B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752000" y="4968000"/>
            <a:ext cx="1056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出力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7640000" y="5688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8696000" y="5688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752000" y="5688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7640000" y="6480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696000" y="6480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9752000" y="6480000"/>
            <a:ext cx="1056000" cy="72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7640000" y="7272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8696000" y="7272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9752000" y="7272000"/>
            <a:ext cx="1056000" cy="720000"/>
          </a:xfrm>
          <a:prstGeom prst="rect">
            <a:avLst/>
          </a:prstGeom>
          <a:solidFill>
            <a:srgbClr val="00B050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7640000" y="8064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696000" y="8064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9752000" y="8064000"/>
            <a:ext cx="1056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20000" y="9072000"/>
            <a:ext cx="144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ド・モルガンの定理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00000" y="9720000"/>
            <a:ext cx="9360000" cy="126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013CA6"/>
                </a:solidFill>
              </a:rPr>
              <a:t>¬(A · B)  =  ¬A + ¬B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980000" y="9720000"/>
            <a:ext cx="9360000" cy="126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013CA6"/>
                </a:solidFill>
              </a:rPr>
              <a:t>¬(A + B)  =  ¬A · ¬B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0000" y="11232000"/>
            <a:ext cx="1980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B050"/>
                </a:solidFill>
              </a:rPr>
              <a:t>NAND/NOR だけで任意の論理回路を実現できる（汎用ゲート）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