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カルノー図 (Karnaugh 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26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4変数カルノー図（グレイコード順）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988000"/>
            <a:ext cx="1440000" cy="10368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666666"/>
                </a:solidFill>
              </a:rPr>
              <a:t>AB\CD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0000" y="2988000"/>
            <a:ext cx="1728000" cy="1036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CD=00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8000" y="2988000"/>
            <a:ext cx="1728000" cy="1036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CD=01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6000" y="2988000"/>
            <a:ext cx="1728000" cy="1036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CD=11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3999" y="2988000"/>
            <a:ext cx="1728000" cy="1036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CD=10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4111200"/>
            <a:ext cx="1440000" cy="11232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AB=00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000" y="41112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8000" y="41112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6000" y="41112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23999" y="41112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5234400"/>
            <a:ext cx="1440000" cy="11232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AB=01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0000" y="52344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8000" y="52344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6000" y="52344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3999" y="52344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" y="6357600"/>
            <a:ext cx="1440000" cy="11232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AB=11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40000" y="63576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8000" y="63576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96000" y="63576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3999" y="63576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000" y="7480800"/>
            <a:ext cx="1440000" cy="11232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AB=10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40000" y="74808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8000" y="74808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96000" y="7480800"/>
            <a:ext cx="1728000" cy="1123200"/>
          </a:xfrm>
          <a:prstGeom prst="rect">
            <a:avLst/>
          </a:prstGeom>
          <a:solidFill>
            <a:srgbClr val="00B05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3999" y="7480800"/>
            <a:ext cx="1728000" cy="11232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0000" y="2268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グループ化のルール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0000" y="2988000"/>
            <a:ext cx="36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1セル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27999" y="2988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1A1A1A"/>
                </a:solidFill>
              </a:rPr>
              <a:t>変数変化なし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520000" y="4140000"/>
            <a:ext cx="36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2セル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27999" y="4140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1A1A1A"/>
                </a:solidFill>
              </a:rPr>
              <a:t>1変数削減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20000" y="5292000"/>
            <a:ext cx="36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4セル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227999" y="5292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1A1A1A"/>
                </a:solidFill>
              </a:rPr>
              <a:t>2変数削減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520000" y="6444000"/>
            <a:ext cx="36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8セル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227999" y="6444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1A1A1A"/>
                </a:solidFill>
              </a:rPr>
              <a:t>3変数削減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520000" y="7596000"/>
            <a:ext cx="360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16セル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227999" y="7596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1A1A1A"/>
                </a:solidFill>
              </a:rPr>
              <a:t>定数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9000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グループ化の原則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" y="9648000"/>
            <a:ext cx="4680000" cy="1620000"/>
          </a:xfrm>
          <a:prstGeom prst="rect">
            <a:avLst/>
          </a:prstGeom>
          <a:solidFill>
            <a:srgbClr val="F3FAFE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2のべき乗個のセル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0000" y="9648000"/>
            <a:ext cx="4680000" cy="1620000"/>
          </a:xfrm>
          <a:prstGeom prst="rect">
            <a:avLst/>
          </a:prstGeom>
          <a:solidFill>
            <a:srgbClr val="F3FAFE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EBA81A"/>
                </a:solidFill>
              </a:rPr>
              <a:t>できる限り大きなグループ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80000" y="9648000"/>
            <a:ext cx="4680000" cy="1620000"/>
          </a:xfrm>
          <a:prstGeom prst="rect">
            <a:avLst/>
          </a:prstGeom>
          <a:solidFill>
            <a:srgbClr val="F3FAFE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0B050"/>
                </a:solidFill>
              </a:rPr>
              <a:t>重複 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20000" y="9648000"/>
            <a:ext cx="4680000" cy="1620000"/>
          </a:xfrm>
          <a:prstGeom prst="rect">
            <a:avLst/>
          </a:prstGeom>
          <a:solidFill>
            <a:srgbClr val="F3FAFE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端で折り返せる（トーラス状）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11520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</a:rPr>
              <a:t>例: F = Σm(0,1,3,7,8,9,11,15) → 緑セルがグループ化対象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