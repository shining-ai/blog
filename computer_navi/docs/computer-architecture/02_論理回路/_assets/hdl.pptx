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HDL 入門 (Hardware Description Language)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Verilog vs VHDL 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61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0" y="2880000"/>
            <a:ext cx="684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Verilog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00" y="2880000"/>
            <a:ext cx="61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VHDL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780000"/>
            <a:ext cx="612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文法スタイル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0" y="3780000"/>
            <a:ext cx="684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C言語風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00" y="3780000"/>
            <a:ext cx="612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ADA言語風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4716000"/>
            <a:ext cx="612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型付け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0" y="4716000"/>
            <a:ext cx="684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弱い（wire/reg）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00000" y="4716000"/>
            <a:ext cx="612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強い（std_logic等）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5652000"/>
            <a:ext cx="612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業界主流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0" y="5652000"/>
            <a:ext cx="684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FPGA設計・CPU検証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00000" y="5652000"/>
            <a:ext cx="612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欧州ASIC設計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6588000"/>
            <a:ext cx="612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記述量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0" y="6588000"/>
            <a:ext cx="684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少ない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400000" y="6588000"/>
            <a:ext cx="612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多い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7523999"/>
            <a:ext cx="612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シミュレーション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0" y="7523999"/>
            <a:ext cx="684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ModelSim/Vivado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00000" y="7523999"/>
            <a:ext cx="612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ModelSim/GHDL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864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Verilog: D フリップフロップ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9540000"/>
            <a:ext cx="19800000" cy="23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013CA6"/>
                </a:solidFill>
              </a:rPr>
              <a:t>module dff(
  input  clk, rst, d,
  output reg q
);
  always @(posedge clk) begin
    if (rst) q &lt;= 1'b0;
    else     q &lt;= d;
  end
endmodule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