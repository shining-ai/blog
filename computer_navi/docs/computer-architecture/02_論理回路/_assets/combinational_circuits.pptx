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組み合わせ回路 (Combinational Circuits)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64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半加算器 (HA)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0000" y="28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0000" y="28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5580000" y="28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37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000" y="37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0" y="37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0000" y="37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6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000" y="46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000" y="46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80000" y="4680000"/>
            <a:ext cx="144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5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40000" y="55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0" y="55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0000" y="5580000"/>
            <a:ext cx="144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2700000"/>
            <a:ext cx="14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40000" y="2700000"/>
            <a:ext cx="14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0" y="2700000"/>
            <a:ext cx="14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80000" y="2700000"/>
            <a:ext cx="144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Carry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6840000"/>
            <a:ext cx="6480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Sum = A ⊕ B
Carry = A ·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60000" y="1980000"/>
            <a:ext cx="64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全加算器 (FA)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0000" y="2700000"/>
            <a:ext cx="12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0000" y="2700000"/>
            <a:ext cx="12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0000" y="2700000"/>
            <a:ext cx="12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0000" y="2700000"/>
            <a:ext cx="12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320000" y="2700000"/>
            <a:ext cx="12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60000" y="3491999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0000" y="3491999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40000" y="3491999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0000" y="3491999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320000" y="3491999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0000" y="43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0000" y="43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40000" y="43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0000" y="43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320000" y="43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60000" y="5292000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0000" y="5292000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40000" y="5292000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0000" y="5292000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320000" y="5292000"/>
            <a:ext cx="1260000" cy="79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60000" y="61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0000" y="61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0000" y="61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0000" y="61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320000" y="6192000"/>
            <a:ext cx="126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760000" y="1980000"/>
            <a:ext cx="57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2to1 MUX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760000" y="2880000"/>
            <a:ext cx="576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出力 = S=0 → A
      S=1 → 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4760000" y="4680000"/>
            <a:ext cx="5760000" cy="108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13CA6"/>
                </a:solidFill>
              </a:rPr>
              <a:t>用途: データセレクタ
ALUの入力選択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0000" y="8280000"/>
            <a:ext cx="19800000" cy="18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4ビット加算器: FA を4段連結
リップルキャリー加算器 (Ripple Carry Adder)
キャリー伝播で遅延が発生 → キャリーセレクト加算器で改善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