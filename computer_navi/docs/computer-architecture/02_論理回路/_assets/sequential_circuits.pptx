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順序回路 (Sequential Circuits)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90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 フリップフロップ (DFF)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772000"/>
            <a:ext cx="27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CLK↑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0" y="2772000"/>
            <a:ext cx="27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0000" y="2772000"/>
            <a:ext cx="27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Q(next)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600000"/>
            <a:ext cx="27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↑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0" y="3600000"/>
            <a:ext cx="27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0000" y="3600000"/>
            <a:ext cx="27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4500000"/>
            <a:ext cx="27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0" y="4500000"/>
            <a:ext cx="27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0000" y="4500000"/>
            <a:ext cx="27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5580000"/>
            <a:ext cx="9000000" cy="72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クロック立ち上がりエッジでDをラッチ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6660000"/>
            <a:ext cx="90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JK フリップフロップ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7560000"/>
            <a:ext cx="27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0" y="7560000"/>
            <a:ext cx="27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0000" y="7560000"/>
            <a:ext cx="27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Q(next)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8352000"/>
            <a:ext cx="27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0" y="8352000"/>
            <a:ext cx="27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60000" y="8352000"/>
            <a:ext cx="27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Q(保持)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9216000"/>
            <a:ext cx="27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0" y="9216000"/>
            <a:ext cx="27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0000" y="9216000"/>
            <a:ext cx="27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10080000"/>
            <a:ext cx="27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0" y="10080000"/>
            <a:ext cx="27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0000" y="10080000"/>
            <a:ext cx="27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10944000"/>
            <a:ext cx="27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0000" y="10944000"/>
            <a:ext cx="27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60000" y="10944000"/>
            <a:ext cx="27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Q̄(反転)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00000" y="1980000"/>
            <a:ext cx="97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4ビット同期カウンタ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00000" y="2880000"/>
            <a:ext cx="9720000" cy="46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CLK:  ↑ ↑ ↑ ↑ ↑ ↑ ↑ ↑ ↑
Q3:   0 0 0 0 0 0 0 0 1
Q2:   0 0 0 0 1 1 1 1 0
Q1:   0 0 1 1 0 0 1 1 0
Q0:   0 1 0 1 0 1 0 1 0
10進: 0 1 2 3 4 5 6 7 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00000" y="7920000"/>
            <a:ext cx="9720000" cy="288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用途:
・CPUプログラムカウンタ
・タイマー・周波数分周
・シフトレジスタ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