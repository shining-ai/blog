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カルノー図と論理式の簡略化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カルノー図は真理値表を2Dグリッドで視覚化し、隣接グループ化（グレイコード順）によって最小論理式を導出する手法。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グレイコード順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隣接セルは1ビットのみ異なる
00→01→11→10の順に配置
グループ化で共通項を消去
4変数まで手計算が実用的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グループ化ルール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サイズ: 1,2,4,8,...(2のべき乗)
形状: 長方形のみ
端の折り返し可
最大グループを優先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簡略化の例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F=∑m(0,1,2,5,7)の場合
4セルグループ→A'B'
2セルグループ→B'C'
最小式=A'B'+B'C'...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Quine-McCluskey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5変数以上に対応
主項表で網羅的探索
EDAツールに実装済み
アルゴリズム的に最小化可能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