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ブール代数と論理ゲート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ブール代数は変数が0/1の2値のみをとる代数系。AND・OR・NOT の3演算でデジタル回路のすべての論理を表現できる。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基本演算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AND(・): 全入力が1→1
OR(+): 1つでも1→1
NOT(¬): 反転
XOR(⊕): 異なると1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ド・モルガン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¬(A∧B)=(¬A)∨(¬B)
¬(A∨B)=(¬A)∧(¬B)
NAND/NORの設計に重要
回路の変換・簡略化に活用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普遍ゲート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NAND単体で全論理実現
NOR単体でも全論理実現
トランジスタ実装が簡単
CMOS回路の基本単位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応用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マスク処理: AND/OR
フラグトグル: XOR
パリティ: XOR連鎖
暗号: ストリーム暗号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