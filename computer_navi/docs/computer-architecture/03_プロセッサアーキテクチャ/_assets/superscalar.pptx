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FFFFFF"/>
                </a:solidFill>
              </a:rPr>
              <a:t>スーパースカラとアウトオブオーダー実行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スカラー vs スーパースカラ vs OoO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880000"/>
            <a:ext cx="396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0" y="2880000"/>
            <a:ext cx="43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スカラー</a:t>
            </a:r>
          </a:p>
        </p:txBody>
      </p:sp>
      <p:sp>
        <p:nvSpPr>
          <p:cNvPr id="7" name="Rectangle 6"/>
          <p:cNvSpPr/>
          <p:nvPr/>
        </p:nvSpPr>
        <p:spPr>
          <a:xfrm>
            <a:off x="9720000" y="2880000"/>
            <a:ext cx="46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スーパースカラ</a:t>
            </a:r>
          </a:p>
        </p:txBody>
      </p:sp>
      <p:sp>
        <p:nvSpPr>
          <p:cNvPr id="8" name="Rectangle 7"/>
          <p:cNvSpPr/>
          <p:nvPr/>
        </p:nvSpPr>
        <p:spPr>
          <a:xfrm>
            <a:off x="14760000" y="2880000"/>
            <a:ext cx="576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OoO実行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3780000"/>
            <a:ext cx="396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発行幅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40000" y="3780000"/>
            <a:ext cx="432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1命令/cycle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20000" y="3780000"/>
            <a:ext cx="468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2〜6命令/cycle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760000" y="3780000"/>
            <a:ext cx="576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2〜6命令/cycle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4716000"/>
            <a:ext cx="396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実行順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40000" y="4716000"/>
            <a:ext cx="432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プログラム順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20000" y="4716000"/>
            <a:ext cx="468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プログラム順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760000" y="4716000"/>
            <a:ext cx="576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依存関係順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5652000"/>
            <a:ext cx="396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必要ハード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40000" y="5652000"/>
            <a:ext cx="432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最小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20000" y="5652000"/>
            <a:ext cx="468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複数実行ユニット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760000" y="5652000"/>
            <a:ext cx="576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ROB+RS+リネーミング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6588000"/>
            <a:ext cx="396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IPC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0000" y="6588000"/>
            <a:ext cx="432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最大1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20000" y="6588000"/>
            <a:ext cx="468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最大N(発行幅)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760000" y="6588000"/>
            <a:ext cx="576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理論上発行幅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" y="792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OoO 実行の主要コンポーネント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9000000"/>
            <a:ext cx="4680000" cy="18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フロントエンド
フェッチ・デコード・リネーミング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000" y="9000000"/>
            <a:ext cx="4680000" cy="180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予約ステーション (RS)
依存解決待ちキュー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00000" y="9000000"/>
            <a:ext cx="4680000" cy="1800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実行ユニット群
ALU/FPU/LD-ST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840000" y="9000000"/>
            <a:ext cx="4680000" cy="1800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ROB
順序保証・コミット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000" y="11160000"/>
            <a:ext cx="1980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レジスタリネーミング: WAR/WAW ハザードをPhysical Registerにより排除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