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分岐予測 (Branch Prediction)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パイプラインと分岐ペナルティ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19800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分岐命令実行時、正しいパスが判明するまでパイプラインに不確かな命令が入る
予測ミス → フラッシュ（3〜20 サイクルのペナルティ）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4500000"/>
            <a:ext cx="54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0000" y="4500000"/>
            <a:ext cx="28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精度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9720000" y="4500000"/>
            <a:ext cx="28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コスト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60000" y="4500000"/>
            <a:ext cx="75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説明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5400000"/>
            <a:ext cx="540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静的（常に取る）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0000" y="5400000"/>
            <a:ext cx="28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~65%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20000" y="5400000"/>
            <a:ext cx="28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60000" y="5400000"/>
            <a:ext cx="756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後方分岐は高確率。ループに有効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6336000"/>
            <a:ext cx="540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1ビット予測器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0" y="6336000"/>
            <a:ext cx="28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~80%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20000" y="6336000"/>
            <a:ext cx="28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60000" y="6336000"/>
            <a:ext cx="756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最後の結果をそのまま予測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7272000"/>
            <a:ext cx="540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2ビット飽和カウンタ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0000" y="7272000"/>
            <a:ext cx="28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~85%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20000" y="7272000"/>
            <a:ext cx="28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960000" y="7272000"/>
            <a:ext cx="756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4状態FSMで安定性向上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8208000"/>
            <a:ext cx="540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相関予測器（GShare）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0000" y="8208000"/>
            <a:ext cx="28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~95%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20000" y="8208000"/>
            <a:ext cx="28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960000" y="8208000"/>
            <a:ext cx="756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グローバル分岐履歴と組み合わせ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9144000"/>
            <a:ext cx="540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TAGE 予測器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0000" y="9144000"/>
            <a:ext cx="28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~98%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20000" y="9144000"/>
            <a:ext cx="28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960000" y="9144000"/>
            <a:ext cx="756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多段タグ付きテーブルで現代CPU採用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100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2ビット飽和カウンタ状態遷移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" y="10980000"/>
            <a:ext cx="1980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11(強く取る) ←→ 10(弱く取る) ←→ 01(弱く取らない) ←→ 00(強く取らない)
取る方向: →   取らない方向: 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