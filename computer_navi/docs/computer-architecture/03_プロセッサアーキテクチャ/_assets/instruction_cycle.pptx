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命令実行サイクル (Instruction Cycle)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3600000" cy="18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IF
フェッチ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0" y="2700000"/>
            <a:ext cx="288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0" y="2160000"/>
            <a:ext cx="3600000" cy="18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ID
デコード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8352000" y="2700000"/>
            <a:ext cx="288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0" y="2160000"/>
            <a:ext cx="3600000" cy="18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EX
実行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12000" y="2700000"/>
            <a:ext cx="288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00000" y="2160000"/>
            <a:ext cx="3600000" cy="18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MEM
メモリ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72000" y="2700000"/>
            <a:ext cx="288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560000" y="2160000"/>
            <a:ext cx="3600000" cy="180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WB
書き戻し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68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ステージ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0" y="4680000"/>
            <a:ext cx="34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英語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4680000"/>
            <a:ext cx="77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動作内容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20000" y="4680000"/>
            <a:ext cx="50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使用ユニット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580000"/>
            <a:ext cx="27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フェッチ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0" y="5580000"/>
            <a:ext cx="34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5580000"/>
            <a:ext cx="77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PC が指すアドレスから命令をメモリから読み込む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120000" y="5580000"/>
            <a:ext cx="50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PC・命令メモリ・IR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6588000"/>
            <a:ext cx="270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デコード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0" y="6588000"/>
            <a:ext cx="342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0" y="6588000"/>
            <a:ext cx="774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命令を解読しオペランドをレジスタから読む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20000" y="6588000"/>
            <a:ext cx="504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制御装置・レジスタファイル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7596000"/>
            <a:ext cx="27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実行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0" y="7596000"/>
            <a:ext cx="34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0" y="7596000"/>
            <a:ext cx="77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ALU が演算を実行（加算・比較・アドレス計算）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20000" y="7596000"/>
            <a:ext cx="50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ALU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8604000"/>
            <a:ext cx="270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メモリ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0" y="8604000"/>
            <a:ext cx="342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MEM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8604000"/>
            <a:ext cx="774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必要に応じてデータメモリを読み書きする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20000" y="8604000"/>
            <a:ext cx="5040000" cy="9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データメモリ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9612000"/>
            <a:ext cx="270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書き戻し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0" y="9612000"/>
            <a:ext cx="34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WB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0" y="9612000"/>
            <a:ext cx="77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演算結果をレジスタファイルに書き込む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120000" y="9612000"/>
            <a:ext cx="504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レジスタファイル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000" y="10800000"/>
            <a:ext cx="19800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ADD r1, r2, r3 の例:
IF: メモリ[PC]→IR  |  ID: r2,r3読み出し  |  EX: r2+r3計算  |  MEM: スキップ  |  WB: r1←結果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