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CPU の基本構造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160000"/>
            <a:ext cx="3780000" cy="18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ALU
算術論理演算ユニット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860000" y="2160000"/>
            <a:ext cx="3780000" cy="18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制御装置
命令デコード・制御信号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0" y="2160000"/>
            <a:ext cx="4320000" cy="18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レジスタファイル
rax/rbx/.../r15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680000" y="2160000"/>
            <a:ext cx="3600000" cy="180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PC
プログラムカウンタ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40000" y="2160000"/>
            <a:ext cx="3240000" cy="180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フラグレジスタ
ZF/CF/SF/OF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320000"/>
            <a:ext cx="19800000" cy="720000"/>
          </a:xfrm>
          <a:prstGeom prst="rect">
            <a:avLst/>
          </a:prstGeom>
          <a:solidFill>
            <a:srgbClr val="44444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データバス・アドレスバス・制御バス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400000"/>
            <a:ext cx="900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メモリ (RAM)
命令・データを格納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0" y="5400000"/>
            <a:ext cx="972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I/O デバイス
キーボード・NIC・ストレージ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7920000"/>
            <a:ext cx="19800000" cy="108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データパス: PC → 命令フェッチ → デコード → ALU 演算 → 結果書き戻し → PC+4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360000"/>
            <a:ext cx="39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レジスタ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0000" y="9360000"/>
            <a:ext cx="39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0000" y="9360000"/>
            <a:ext cx="111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役割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10188000"/>
            <a:ext cx="396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rax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0000" y="10188000"/>
            <a:ext cx="396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64bit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0000" y="10188000"/>
            <a:ext cx="1116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戻り値/アキュムレータ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10764000"/>
            <a:ext cx="39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rsp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0000" y="10764000"/>
            <a:ext cx="39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64bit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0000" y="10764000"/>
            <a:ext cx="111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スタックポインタ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11340000"/>
            <a:ext cx="396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rbp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0000" y="11340000"/>
            <a:ext cx="396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64bit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60000" y="11340000"/>
            <a:ext cx="1116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ベースポインタ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11916000"/>
            <a:ext cx="39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rip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0000" y="11916000"/>
            <a:ext cx="39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64bit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0000" y="11916000"/>
            <a:ext cx="111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プログラムカウンタ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