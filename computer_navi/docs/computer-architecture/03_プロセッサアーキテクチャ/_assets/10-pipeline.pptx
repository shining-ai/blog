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パイプライン処理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命令実行を IF→ID→EX→MEM→WB の5段に分割し各段を並列動作させることで、スループットを最大5倍向上させる技術。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5段パイプライン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IF: 命令フェッチ
ID: デコード・レジスタ読み
EX: ALU演算
MEM: メモリアクセス
WB: 結果書き戻し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データハザード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RAW: 直前の書き込みを読む
WAR/WAW: 稀なケース
フォワーディングで解決
ストールでも対応可能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制御ハザード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分岐命令で次PC不明
分岐予測で投機実行
誤り→パイプラインフラッシュ
現代CPUで予測精度97-99%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性能指標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CPI: 命令あたりクロック数
理想CPI=1.0
スーパースカラでIPC&gt;1
分岐ミスがボトルネック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