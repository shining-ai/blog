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命令セットアーキテクチャ（ISA）の概要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ISA はソフトウェアとハードウェアの境界インタフェース。同一 ISA のプロセッサ間でバイナリ互換性が保たれる。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ISAの要素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命令セット（演算・転送・制御）
レジスタ（数・幅）
データ型（整数・浮動小数点）
アドレス指定方式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CISC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Complex Instruction Set
x86: 可変長1〜15バイト
複数サイクル命令あり
コード密度が高い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RISC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Reduced Instruction Set
ARM/RISC-V: 固定長4バイト
1命令原則1サイクル
レジスタ数多い(32本)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特権レベル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リング0: カーネルモード
リング3: ユーザモード
システムコールで遷移
メモリ保護の基盤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