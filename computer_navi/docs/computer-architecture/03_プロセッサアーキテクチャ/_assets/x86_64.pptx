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FFFFFF"/>
                </a:solidFill>
              </a:rPr>
              <a:t>x86-64 アセンブリ入門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10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汎用レジスタ（64-bit）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880000"/>
            <a:ext cx="216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rax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0000" y="2880000"/>
            <a:ext cx="792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戻り値/演算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3671999"/>
            <a:ext cx="216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rbx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0000" y="3671999"/>
            <a:ext cx="792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汎用（callee-saved）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4464000"/>
            <a:ext cx="216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rcx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0000" y="4464000"/>
            <a:ext cx="792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カウンタ/第4引数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5256000"/>
            <a:ext cx="216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rdx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0000" y="5256000"/>
            <a:ext cx="792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データ/第3引数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6048000"/>
            <a:ext cx="216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rsi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0000" y="6048000"/>
            <a:ext cx="792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第2引数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6840000"/>
            <a:ext cx="216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rdi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0000" y="6840000"/>
            <a:ext cx="792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第1引数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7632000"/>
            <a:ext cx="216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rsp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0000" y="7632000"/>
            <a:ext cx="792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スタックポインタ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8424000"/>
            <a:ext cx="216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rbp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0000" y="8424000"/>
            <a:ext cx="792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ベースポインタ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0000" y="1980000"/>
            <a:ext cx="864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基本命令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0000" y="2880000"/>
            <a:ext cx="4320000" cy="684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13CA6"/>
                </a:solidFill>
              </a:rPr>
              <a:t>mov dst, src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380000" y="2880000"/>
            <a:ext cx="3960000" cy="684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013CA6"/>
                </a:solidFill>
              </a:rPr>
              <a:t>値をコピー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0000" y="3636000"/>
            <a:ext cx="4320000" cy="684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13CA6"/>
                </a:solidFill>
              </a:rPr>
              <a:t>add/sub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380000" y="3636000"/>
            <a:ext cx="3960000" cy="684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013CA6"/>
                </a:solidFill>
              </a:rPr>
              <a:t>加算/減算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0000" y="4392000"/>
            <a:ext cx="4320000" cy="684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13CA6"/>
                </a:solidFill>
              </a:rPr>
              <a:t>imul/idiv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380000" y="4392000"/>
            <a:ext cx="3960000" cy="684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013CA6"/>
                </a:solidFill>
              </a:rPr>
              <a:t>符号付き乗算/除算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0000" y="5148000"/>
            <a:ext cx="4320000" cy="684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13CA6"/>
                </a:solidFill>
              </a:rPr>
              <a:t>push/pop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380000" y="5148000"/>
            <a:ext cx="3960000" cy="684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013CA6"/>
                </a:solidFill>
              </a:rPr>
              <a:t>スタック操作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880000" y="5903999"/>
            <a:ext cx="4320000" cy="684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13CA6"/>
                </a:solidFill>
              </a:rPr>
              <a:t>jmp/jz/jnz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380000" y="5903999"/>
            <a:ext cx="3960000" cy="684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013CA6"/>
                </a:solidFill>
              </a:rPr>
              <a:t>無条件/条件分岐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0000" y="6660000"/>
            <a:ext cx="4320000" cy="684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13CA6"/>
                </a:solidFill>
              </a:rPr>
              <a:t>call/ret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380000" y="6660000"/>
            <a:ext cx="3960000" cy="684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013CA6"/>
                </a:solidFill>
              </a:rPr>
              <a:t>関数呼び出し/返却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880000" y="7416000"/>
            <a:ext cx="4320000" cy="684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13CA6"/>
                </a:solidFill>
              </a:rPr>
              <a:t>lea dst,[expr]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380000" y="7416000"/>
            <a:ext cx="3960000" cy="684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013CA6"/>
                </a:solidFill>
              </a:rPr>
              <a:t>アドレス計算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880000" y="8172000"/>
            <a:ext cx="4320000" cy="684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13CA6"/>
                </a:solidFill>
              </a:rPr>
              <a:t>cmp a,b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380000" y="8172000"/>
            <a:ext cx="3960000" cy="684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013CA6"/>
                </a:solidFill>
              </a:rPr>
              <a:t>比較(フラグ更新)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80000" y="8928000"/>
            <a:ext cx="4320000" cy="684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13CA6"/>
                </a:solidFill>
              </a:rPr>
              <a:t>xor rax,rax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380000" y="8928000"/>
            <a:ext cx="3960000" cy="684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013CA6"/>
                </a:solidFill>
              </a:rPr>
              <a:t>ゼロクリア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0000" y="10080000"/>
            <a:ext cx="19800000" cy="180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呼び出し規約 (System V AMD64 ABI):
引数: rdi rsi rdx rcx r8 r9 (その後はスタック)
戻り値: rax  callee-saved: rbx rbp r12-r15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