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</a:rPr>
              <a:t>PNG 圧縮 (PNG Compression)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PNG = フィルタリング + DEFLATE 圧縮 (ロスレス)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3060000"/>
            <a:ext cx="378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入力ピクセル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420000"/>
            <a:ext cx="36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60000" y="3060000"/>
            <a:ext cx="378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フィルタ処理
(行ごと)</a:t>
            </a:r>
          </a:p>
        </p:txBody>
      </p:sp>
      <p:sp>
        <p:nvSpPr>
          <p:cNvPr id="8" name="Rectangle 7"/>
          <p:cNvSpPr/>
          <p:nvPr/>
        </p:nvSpPr>
        <p:spPr>
          <a:xfrm>
            <a:off x="8712000" y="3420000"/>
            <a:ext cx="36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00000" y="3060000"/>
            <a:ext cx="378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DEFLATE
(LZ77+ハフマン)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52000" y="3420000"/>
            <a:ext cx="36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40000" y="3060000"/>
            <a:ext cx="378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IDATチャンク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92000" y="3420000"/>
            <a:ext cx="36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280000" y="3060000"/>
            <a:ext cx="378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PNGファイル出力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486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PNG フィルタ 5 種類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5760000"/>
            <a:ext cx="2880000" cy="792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80000" y="5760000"/>
            <a:ext cx="972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元のバイト値をそのまま使用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680000" y="5760000"/>
            <a:ext cx="684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0 → そのまま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6660000"/>
            <a:ext cx="2880000" cy="792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80000" y="6660000"/>
            <a:ext cx="972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左のバイトとの差分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680000" y="6660000"/>
            <a:ext cx="684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X - 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7560000"/>
            <a:ext cx="2880000" cy="792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80000" y="7560000"/>
            <a:ext cx="972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上のバイトとの差分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680000" y="7560000"/>
            <a:ext cx="684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X -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8460000"/>
            <a:ext cx="2880000" cy="792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Average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80000" y="8460000"/>
            <a:ext cx="972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左と上の平均との差分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000" y="8460000"/>
            <a:ext cx="684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X - floor((A+B)/2)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0" y="9360000"/>
            <a:ext cx="2880000" cy="792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Paeth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80000" y="9360000"/>
            <a:ext cx="972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Paethによる予測値との差分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680000" y="9360000"/>
            <a:ext cx="684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X - Paeth(A,B,C)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000" y="10440000"/>
            <a:ext cx="19800000" cy="144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PNGシグネチャ: 89 50 4E 47 0D 0A 1A 0A
チャンク: IHDR(ヘッダ) IDAT(圧縮データ) IEND(終端)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