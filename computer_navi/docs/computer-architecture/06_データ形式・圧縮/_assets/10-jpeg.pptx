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JPEG — DCT・量子化・ハフマン符号化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JPEG は人間の視覚特性（高周波への感度が低い）を利用し、DCT で周波数領域に変換後、量子化で高周波を削除する不可逆圧縮規格。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色空間変換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RGB → YCbCr
輝度Y + 色差Cb,Cr
色差を4:2:0でダウンサンプリング
人間は色差より輝度に敏感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DCT（離散コサイン変換）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8×8ブロックを周波数成分へ
F(0,0)=DC成分(平均輝度)
左上=低周波・右下=高周波
逆DCTで復元可能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017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量子化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低周波を精細に・高周波を粗く
Q値が高いほど高品質・大サイズ
ここで不可逆変換が発生
ジグザグスキャンで1次元化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エントロピー符号化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RLEでゼロ連続を圧縮
ハフマン符号で可変長符号化
Q=75で約15:1の圧縮率
動画コーデック(H.264)の原型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