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ランレングス符号化・LZ77・LZ78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無損失圧縮の代表アルゴリズム。RLE は連続値を圧縮、LZ 系はスライディングウィンドウまたは辞書で繰り返しパターンを圧縮する。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連続した同じ値を(値,回数)で圧縮
AAABBBBB → A3 B5
FAX・BMP等に利用
ランダムデータは不得意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LZ77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スライディングウィンドウ方式
過去データを(オフセット,長さ)参照
DEFLATE(ZIP/gzip)の基礎
展開はO(n)で高速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LZ78/LZW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辞書を逐次構築する方式
GIF/PDF/TIFFに利用
LZW特許問題で一時衰退
現在はパテント失効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現代圧縮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LZ4: 超高速展開向け
Zstd: 高速+高圧縮率
LZMA: 7-Zipの高圧縮
Brotli: Web配信向け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