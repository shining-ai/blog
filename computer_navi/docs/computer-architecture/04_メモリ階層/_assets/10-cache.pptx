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キャッシュの仕組み（直接マッピング・セットアソシアティブ）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キャッシュはアドレスをタグ・インデックス・オフセットに分解してマッピング。現代 CPU は 8〜16 ウェイセットアソシアティブを採用。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ダイレクトマップ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アドレス→ラインが1対1固定
実装が単純・高速
スラッシング発生の可能性
コンフリクトミスが多い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nウェイセット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セット内のn本から選択
n=8〜16が現代の標準
LRU置換ポリシーが多数
ダイレクトとフルのバランス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書き込みポリシー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Write-through: 同時書き
Write-back: 遅延書き戻し
ダーティビットで管理
L1はWB、LLC設計による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MESIプロトコル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Modified/Exclusive/Shared/Invalid
マルチコアの一貫性保証
Snoopingバスで状態伝播
NUMAでDIRベースに拡張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