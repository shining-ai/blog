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メモリ階層の全体像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速度・容量・コストのトレードオフを最適化するため、レジスタ→L1→L2→L3→DRAM→SSD→HDD の階層を形成する。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時間的局所性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最近アクセスしたデータを
また近い将来アクセスする
キャッシュに保持すれば高速
ループ変数が典型例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空間的局所性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アクセスしたアドレス近傍も
アクセスされやすい傾向
キャッシュラインで先読み
配列順次走査が典型例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階層の指標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L1: 1-4ns / 32-256KB
L2: 4-10ns / 256KB-4MB
DRAM: 50-100ns / 数GB
SSD: 100μs / 数TB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有効アクセス時間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AMAT = ヒット率×T_cache
+ (1-ヒット率)×T_mem
ヒット率99%でも外れると×50
プリフェッチで隠蔽可能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