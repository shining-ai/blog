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0000" y="360000"/>
            <a:ext cx="19800000" cy="126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800" b="1">
                <a:solidFill>
                  <a:srgbClr val="FFFFFF"/>
                </a:solidFill>
              </a:rPr>
              <a:t>TLB とアドレス変換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198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アドレス変換のコスト比較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3240000"/>
            <a:ext cx="9000000" cy="1440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TLB ヒット
~1 サイクル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10800000" y="3240000"/>
            <a:ext cx="9720000" cy="1440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</a:rPr>
              <a:t>TLB ミス（ページウォーク）
~100〜数百サイクル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522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TLB の構成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6120000"/>
            <a:ext cx="43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L1 ITLB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7020000"/>
            <a:ext cx="432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命令TLB
64〜256エントリ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6120000"/>
            <a:ext cx="43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L1 DTLB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000" y="7020000"/>
            <a:ext cx="432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データTLB
64〜256エントリ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00" y="6120000"/>
            <a:ext cx="43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L2 STLB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800000" y="7020000"/>
            <a:ext cx="432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共有TLB
1024〜4096エントリ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840000" y="6120000"/>
            <a:ext cx="432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ASID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840000" y="7020000"/>
            <a:ext cx="4320000" cy="1080000"/>
          </a:xfrm>
          <a:prstGeom prst="rect">
            <a:avLst/>
          </a:prstGeom>
          <a:solidFill>
            <a:srgbClr val="F3FAFE"/>
          </a:solidFill>
          <a:ln>
            <a:solidFill>
              <a:srgbClr val="F3F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013CA6"/>
                </a:solidFill>
              </a:rPr>
              <a:t>アドレス空間ID
プロセス切替時フラッシュ回避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0000" y="8640000"/>
            <a:ext cx="19800000" cy="720000"/>
          </a:xfrm>
          <a:prstGeom prst="rect">
            <a:avLst/>
          </a:prstGeom>
          <a:solidFill>
            <a:srgbClr val="013CA6"/>
          </a:solidFill>
          <a:ln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ヒュージページによる TLB プレッシャー低減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0000" y="9540000"/>
            <a:ext cx="19800000" cy="792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通常ページ(4KB): 1GB のマッピングに 262,144 エントリ必要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0000" y="10512000"/>
            <a:ext cx="19800000" cy="792000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</a:rPr>
              <a:t>ヒュージページ(2MB): 同じ 1GB に 512 エントリで済む → TLBミス激減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