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360000"/>
            <a:ext cx="1980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FFFFFF"/>
                </a:solidFill>
              </a:rPr>
              <a:t>キャッシュ一貫性と MESI プロトコル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98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MESI の 4 状態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3240000"/>
            <a:ext cx="4320000" cy="1080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M
Modified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4500000"/>
            <a:ext cx="4320000" cy="144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このコアだけ書き込み済み。メモリと不一致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0" y="3240000"/>
            <a:ext cx="4320000" cy="1080000"/>
          </a:xfrm>
          <a:prstGeom prst="rect">
            <a:avLst/>
          </a:prstGeom>
          <a:solidFill>
            <a:srgbClr val="EBA81A"/>
          </a:solidFill>
          <a:ln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E
Exclusive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000" y="4500000"/>
            <a:ext cx="4320000" cy="144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このコアのみがコピーを保持。クリーン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00000" y="3240000"/>
            <a:ext cx="4320000" cy="10800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S
Shared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00000" y="4500000"/>
            <a:ext cx="4320000" cy="144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複数コアがコピーを保持。クリーン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840000" y="3240000"/>
            <a:ext cx="4320000" cy="1080000"/>
          </a:xfrm>
          <a:prstGeom prst="rect">
            <a:avLst/>
          </a:prstGeom>
          <a:solidFill>
            <a:srgbClr val="444444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I
Invalid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840000" y="4500000"/>
            <a:ext cx="4320000" cy="144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キャッシュラインが無効。次のアクセスでミス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648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状態遷移（スヌープバスプロトコル）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7380000"/>
            <a:ext cx="288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I→E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80000" y="7380000"/>
            <a:ext cx="1656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自コアが読み込み、他コアはコピーなし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8208000"/>
            <a:ext cx="288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E→M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80000" y="8208000"/>
            <a:ext cx="1656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自コアが書き込み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9036000"/>
            <a:ext cx="288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E→S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80000" y="9036000"/>
            <a:ext cx="1656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他コアがスヌープして同コピーを取得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" y="9864000"/>
            <a:ext cx="288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M→I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80000" y="9864000"/>
            <a:ext cx="1656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他コアがバスリクエスト → ライトバック後に無効化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00" y="10692000"/>
            <a:ext cx="288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S→I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80000" y="10692000"/>
            <a:ext cx="1656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他コアが書き込み → このコピーは無効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