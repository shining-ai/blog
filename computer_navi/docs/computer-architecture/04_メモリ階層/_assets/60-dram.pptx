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DRAM の仕組みとメモリ帯域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DDR 世代比較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37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規格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0" y="2880000"/>
            <a:ext cx="48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転送速度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000" y="2880000"/>
            <a:ext cx="37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電圧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80000" y="2880000"/>
            <a:ext cx="64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最大帯域(1ch)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780000"/>
            <a:ext cx="37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DDR3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0" y="3780000"/>
            <a:ext cx="48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800〜2133 MT/s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20000" y="3780000"/>
            <a:ext cx="37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1.5V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680000" y="3780000"/>
            <a:ext cx="64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17 GB/s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716000"/>
            <a:ext cx="37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DDR4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0" y="4716000"/>
            <a:ext cx="48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1600〜4800 MT/s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0000" y="4716000"/>
            <a:ext cx="37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1.2V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80000" y="4716000"/>
            <a:ext cx="64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38 GB/s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5652000"/>
            <a:ext cx="37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DDR5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0" y="5652000"/>
            <a:ext cx="486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4800〜8400 MT/s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0000" y="5652000"/>
            <a:ext cx="37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1.1V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680000" y="5652000"/>
            <a:ext cx="64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67 GB/s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6588000"/>
            <a:ext cx="37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HBM3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0" y="6588000"/>
            <a:ext cx="486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6400 GT/s/stack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0000" y="6588000"/>
            <a:ext cx="37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1.1V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680000" y="6588000"/>
            <a:ext cx="64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819 GB/s (8-Hi)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792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DRAM 動作シーケンス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8820000"/>
            <a:ext cx="1980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① RAS アサート → 行アドレス → バンクのRow選択 (Row Open)
② CAS アサート → 列アドレス → 指定列のデータ出力
③ tRAS後 プリチャージ → 行を閉じる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10980000"/>
            <a:ext cx="1980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帯域幅 = クロック周波数 × 2(DDR) × バス幅(64bit) × チャンネル数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