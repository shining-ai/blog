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360000"/>
            <a:ext cx="198000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800" b="1">
                <a:solidFill>
                  <a:srgbClr val="FFFFFF"/>
                </a:solidFill>
              </a:rPr>
              <a:t>ページ置換アルゴリズム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980000"/>
            <a:ext cx="468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アルゴリズム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0" y="1980000"/>
            <a:ext cx="306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ページフォルト数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9000000" y="1980000"/>
            <a:ext cx="558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特徴</a:t>
            </a:r>
          </a:p>
        </p:txBody>
      </p:sp>
      <p:sp>
        <p:nvSpPr>
          <p:cNvPr id="7" name="Rectangle 6"/>
          <p:cNvSpPr/>
          <p:nvPr/>
        </p:nvSpPr>
        <p:spPr>
          <a:xfrm>
            <a:off x="14760000" y="1980000"/>
            <a:ext cx="576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実装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2880000"/>
            <a:ext cx="4680000" cy="1080000"/>
          </a:xfrm>
          <a:prstGeom prst="rect">
            <a:avLst/>
          </a:prstGeom>
          <a:solidFill>
            <a:srgbClr val="444444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OPT（最適）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000" y="2880000"/>
            <a:ext cx="3060000" cy="108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最少（理論値）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00000" y="2880000"/>
            <a:ext cx="5580000" cy="108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未来のアクセスを参照（実装不可）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760000" y="2880000"/>
            <a:ext cx="5760000" cy="108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理論上限の基準値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4031999"/>
            <a:ext cx="4680000" cy="1080000"/>
          </a:xfrm>
          <a:prstGeom prst="rect">
            <a:avLst/>
          </a:prstGeom>
          <a:solidFill>
            <a:srgbClr val="EBA81A"/>
          </a:solidFill>
          <a:ln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FIFO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000" y="4031999"/>
            <a:ext cx="3060000" cy="108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多い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0000" y="4031999"/>
            <a:ext cx="5580000" cy="108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最も古いページを置換。Belady異常あり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760000" y="4031999"/>
            <a:ext cx="5760000" cy="108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キュー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5184000"/>
            <a:ext cx="4680000" cy="108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LRU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000" y="5184000"/>
            <a:ext cx="3060000" cy="108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OPTに近い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0000" y="5184000"/>
            <a:ext cx="5580000" cy="108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最近最も使われていないページを置換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760000" y="5184000"/>
            <a:ext cx="5760000" cy="108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ハッシュ+双方向リスト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000" y="6336000"/>
            <a:ext cx="4680000" cy="10800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Clock（第2チャンス）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000" y="6336000"/>
            <a:ext cx="3060000" cy="108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LRUに近い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0000" y="6336000"/>
            <a:ext cx="5580000" cy="108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Accessedビットを利用したLRU近似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760000" y="6336000"/>
            <a:ext cx="5760000" cy="108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環状リスト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000" y="7488000"/>
            <a:ext cx="4680000" cy="1080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LFU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000" y="7488000"/>
            <a:ext cx="3060000" cy="108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状況依存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0000" y="7488000"/>
            <a:ext cx="5580000" cy="108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参照回数最小を置換。古い頻繁アクセスが残留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760000" y="7488000"/>
            <a:ext cx="5760000" cy="108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優先度キュー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0000" y="9000000"/>
            <a:ext cx="19800000" cy="1440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13CA6"/>
                </a:solidFill>
              </a:rPr>
              <a:t>Clock アルゴリズム: ページにAccessedビット(A)を付与
→ A=1なら0に下げて次へ / A=0なら置換 → 循環ポインタで走査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0000" y="10800000"/>
            <a:ext cx="19800000" cy="108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Linux採用: CLOCK-Pro (アクティブ/非アクティブリスト) | DB採用: LRU-K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