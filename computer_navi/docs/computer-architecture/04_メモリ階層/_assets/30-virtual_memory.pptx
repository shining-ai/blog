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仮想メモリとページング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4段階ページテーブル（x86-64 Linux）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3600000" cy="144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PML4
(9 bit)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92000" y="3240000"/>
            <a:ext cx="432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60000" y="2880000"/>
            <a:ext cx="3600000" cy="144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PDPT
(9 bit)</a:t>
            </a:r>
          </a:p>
        </p:txBody>
      </p:sp>
      <p:sp>
        <p:nvSpPr>
          <p:cNvPr id="8" name="Rectangle 7"/>
          <p:cNvSpPr/>
          <p:nvPr/>
        </p:nvSpPr>
        <p:spPr>
          <a:xfrm>
            <a:off x="8532000" y="3240000"/>
            <a:ext cx="432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00000" y="2880000"/>
            <a:ext cx="3600000" cy="144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PD
(9 bit)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72000" y="3240000"/>
            <a:ext cx="432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40000" y="2880000"/>
            <a:ext cx="3600000" cy="144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PT
(9 bit)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812000" y="3240000"/>
            <a:ext cx="432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280000" y="2880000"/>
            <a:ext cx="3600000" cy="1440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物理
フレーム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4860000"/>
            <a:ext cx="1980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仮想アドレス(48bit): PML4(9) | PDPT(9) | PD(9) | PT(9) | オフセット(12)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612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ページテーブルエントリ (PTE) フラグ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7020000"/>
            <a:ext cx="360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P(Present)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8000" y="7020000"/>
            <a:ext cx="612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ページが物理メモリに存在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80000" y="7020000"/>
            <a:ext cx="360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R/W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67999" y="7020000"/>
            <a:ext cx="6120000" cy="9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書き込み可能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8100000"/>
            <a:ext cx="360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U/S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000" y="8100000"/>
            <a:ext cx="612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ユーザ空間アクセス許可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80000" y="8100000"/>
            <a:ext cx="360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867999" y="8100000"/>
            <a:ext cx="6120000" cy="9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コード実行不可（No-Execute）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9180000"/>
            <a:ext cx="360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A(Accessed)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8000" y="9180000"/>
            <a:ext cx="612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アクセスされた(LRU近似に使用)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80000" y="9180000"/>
            <a:ext cx="360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D(Dirty)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867999" y="9180000"/>
            <a:ext cx="6120000" cy="9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書き込まれた(ライトバック判定)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10440000"/>
            <a:ext cx="19800000" cy="144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ページサイズ: 4KB(通常) / 2MB(HugePage) / 1GB(1G HugePage)
コピーオンライト(CoW): fork後は親子がページを共有、書き込み時に物理コピー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