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キャッシュ構造とLRU置換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① アドレス分解（直接マップ方式）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988000"/>
            <a:ext cx="4320000" cy="1260000"/>
          </a:xfrm>
          <a:prstGeom prst="rect">
            <a:avLst/>
          </a:prstGeom>
          <a:solidFill>
            <a:srgbClr val="011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タグ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0000" y="4356000"/>
            <a:ext cx="28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1195C"/>
                </a:solidFill>
              </a:rPr>
              <a:t>タグ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0" y="2988000"/>
            <a:ext cx="288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インデックス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356000"/>
            <a:ext cx="28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13CA6"/>
                </a:solidFill>
              </a:rPr>
              <a:t>インデックス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8460000" y="2988000"/>
            <a:ext cx="288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オフセット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0000" y="4356000"/>
            <a:ext cx="28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EBA81A"/>
                </a:solidFill>
              </a:rPr>
              <a:t>オフセット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680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→ キャッシュライン = 64バイト（6ビットオフセット）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400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② マッピング方式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6048000"/>
            <a:ext cx="3960000" cy="144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ダイレクトマップ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8000" y="6048000"/>
            <a:ext cx="234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1エントリ/セット
競合ミス多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0000" y="6048000"/>
            <a:ext cx="3960000" cy="14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n-way
セットアソシアティブ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27999" y="6048000"/>
            <a:ext cx="234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nエントリ/セット
バランス良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220000" y="6048000"/>
            <a:ext cx="3960000" cy="14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フルアソシアティブ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0" y="6048000"/>
            <a:ext cx="234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全セット
コスト大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7920000"/>
            <a:ext cx="18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③ LRU 置換シミュレーション（容量4）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" y="8640000"/>
            <a:ext cx="1835999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EBA81A"/>
                </a:solidFill>
              </a:rPr>
              <a:t>MIS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8000" y="8640000"/>
            <a:ext cx="1835999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8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EBA81A"/>
                </a:solidFill>
              </a:rPr>
              <a:t>MIS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8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8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6000" y="8640000"/>
            <a:ext cx="1835999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16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EBA81A"/>
                </a:solidFill>
              </a:rPr>
              <a:t>MIS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6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16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16000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3999" y="8640000"/>
            <a:ext cx="1835999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3999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EBA81A"/>
                </a:solidFill>
              </a:rPr>
              <a:t>MIS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3999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3999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3999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3999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32000" y="8640000"/>
            <a:ext cx="1835999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2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HIT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32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2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32000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32000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40000" y="8640000"/>
            <a:ext cx="1835999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40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HIT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40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40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40000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40000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47999" y="8640000"/>
            <a:ext cx="1835999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7999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EBA81A"/>
                </a:solidFill>
              </a:rPr>
              <a:t>MIS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7999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7999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7999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7999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256000" y="8640000"/>
            <a:ext cx="1835999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256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HIT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256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256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256000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256000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164000" y="8640000"/>
            <a:ext cx="1835999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164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HIT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164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164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164000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164000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072000" y="8640000"/>
            <a:ext cx="1835999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072000" y="9612000"/>
            <a:ext cx="1835999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EBA81A"/>
                </a:solidFill>
              </a:rPr>
              <a:t>MIS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072000" y="10440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072000" y="11232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072000" y="12024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072000" y="12816000"/>
            <a:ext cx="1835999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0000" y="11592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緑=ヒット  黄=ミス  下段=キャッシュ内容（LRU順）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