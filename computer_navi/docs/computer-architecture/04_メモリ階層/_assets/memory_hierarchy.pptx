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メモリ階層ピラミッド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700000"/>
            <a:ext cx="1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0B050"/>
                </a:solidFill>
              </a:rPr>
              <a:t>速度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60000"/>
            <a:ext cx="1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00B050"/>
                </a:solidFill>
              </a:rPr>
              <a:t>↑ 速い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9900000"/>
            <a:ext cx="18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990000"/>
                </a:solidFill>
              </a:rPr>
              <a:t>↓ 遅い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9720000" y="2520000"/>
            <a:ext cx="1440000" cy="1007999"/>
          </a:xfrm>
          <a:prstGeom prst="rect">
            <a:avLst/>
          </a:prstGeom>
          <a:solidFill>
            <a:srgbClr val="011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レジスタ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2628000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</a:rPr>
              <a:t>~数十個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2628000"/>
            <a:ext cx="45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666666"/>
                </a:solidFill>
              </a:rPr>
              <a:t>&lt; 1ns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270000" y="3671999"/>
            <a:ext cx="234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L1 キャッシュ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0000" y="3780000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</a:rPr>
              <a:t>32-64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000" y="3780000"/>
            <a:ext cx="45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666666"/>
                </a:solidFill>
              </a:rPr>
              <a:t>1-4サイクル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0000" y="4823999"/>
            <a:ext cx="3420000" cy="1007999"/>
          </a:xfrm>
          <a:prstGeom prst="rect">
            <a:avLst/>
          </a:prstGeom>
          <a:solidFill>
            <a:srgbClr val="1A5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L2 キャッシュ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30000" y="4932000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</a:rPr>
              <a:t>256KB-1MB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000" y="4932000"/>
            <a:ext cx="45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666666"/>
                </a:solidFill>
              </a:rPr>
              <a:t>10-20サイクル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0000" y="5975999"/>
            <a:ext cx="4680000" cy="100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L3 キャッシュ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60000" y="6083999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</a:rPr>
              <a:t>4-64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0000" y="6083999"/>
            <a:ext cx="45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666666"/>
                </a:solidFill>
              </a:rPr>
              <a:t>30-50サイクル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90000" y="7127999"/>
            <a:ext cx="6300000" cy="100799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70000" y="7235999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</a:rPr>
              <a:t>8-256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0000" y="7235999"/>
            <a:ext cx="45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666666"/>
                </a:solidFill>
              </a:rPr>
              <a:t>50-100 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8279999"/>
            <a:ext cx="8280000" cy="1007999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NVMe SSD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60000" y="8387999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</a:rPr>
              <a:t>1-8 TB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0000" y="8387999"/>
            <a:ext cx="45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666666"/>
                </a:solidFill>
              </a:rPr>
              <a:t>50-100 μs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20000" y="9431999"/>
            <a:ext cx="10440000" cy="1007999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HDD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40000" y="9539999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</a:rPr>
              <a:t>1-20 TB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9539999"/>
            <a:ext cx="45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666666"/>
                </a:solidFill>
              </a:rPr>
              <a:t>5-10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00000" y="2700000"/>
            <a:ext cx="28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容量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0" y="9360000"/>
            <a:ext cx="28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</a:rPr>
              <a:t>コスト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11088000"/>
            <a:ext cx="72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局所性の原理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000" y="11520000"/>
            <a:ext cx="936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時間的局所性: 最近使ったデータはまた使われる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00000" y="11520000"/>
            <a:ext cx="9360000" cy="64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空間的局所性: 近くのアドレスもすぐ使われる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