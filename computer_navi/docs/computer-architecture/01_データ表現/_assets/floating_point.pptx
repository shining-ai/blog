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浮動小数点数 (IEEE 754)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IEEE 754 フォーマット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880000"/>
            <a:ext cx="2160000" cy="1440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符号
1 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0000" y="2880000"/>
            <a:ext cx="6480000" cy="144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指数部
単精度: 8 bit
倍精度: 11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9720000" y="2880000"/>
            <a:ext cx="10800000" cy="144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仮数部 (Mantissa)
単精度: 23 bit
倍精度: 52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4860000"/>
            <a:ext cx="1980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値 = (−1)^s × 1.M × 2^(E − bias)    bias: 127(単精度) / 1023(倍精度)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6120000"/>
            <a:ext cx="28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種別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0000" y="6120000"/>
            <a:ext cx="28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ビット数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40000" y="6120000"/>
            <a:ext cx="28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指数部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0000" y="6120000"/>
            <a:ext cx="28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仮数部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60000" y="6120000"/>
            <a:ext cx="36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有効桁数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7020000"/>
            <a:ext cx="288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half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80000" y="7020000"/>
            <a:ext cx="288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33333"/>
                </a:solidFill>
              </a:rPr>
              <a:t>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40000" y="7020000"/>
            <a:ext cx="288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0000" y="7020000"/>
            <a:ext cx="288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33333"/>
                </a:solidFill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960000" y="7020000"/>
            <a:ext cx="360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33333"/>
                </a:solidFill>
              </a:rPr>
              <a:t>~3.3桁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7920000"/>
            <a:ext cx="288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single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0000" y="7920000"/>
            <a:ext cx="288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33333"/>
                </a:solidFill>
              </a:rPr>
              <a:t>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40000" y="7920000"/>
            <a:ext cx="288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33333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0000" y="7920000"/>
            <a:ext cx="288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33333"/>
                </a:solidFill>
              </a:rPr>
              <a:t>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960000" y="7920000"/>
            <a:ext cx="360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33333"/>
                </a:solidFill>
              </a:rPr>
              <a:t>~7.2桁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8820000"/>
            <a:ext cx="288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double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80000" y="8820000"/>
            <a:ext cx="288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33333"/>
                </a:solidFill>
              </a:rPr>
              <a:t>64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8820000"/>
            <a:ext cx="288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33333"/>
                </a:solidFill>
              </a:rPr>
              <a:t>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00000" y="8820000"/>
            <a:ext cx="288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33333"/>
                </a:solidFill>
              </a:rPr>
              <a:t>52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960000" y="8820000"/>
            <a:ext cx="360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33333"/>
                </a:solidFill>
              </a:rPr>
              <a:t>~15.9桁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000" y="10440000"/>
            <a:ext cx="72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特殊値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11232000"/>
            <a:ext cx="9000000" cy="648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+∞/-∞: 指数部=全1, 仮数部=0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80000" y="11232000"/>
            <a:ext cx="9000000" cy="64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NaN: 指数部=全1, 仮数部≠0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