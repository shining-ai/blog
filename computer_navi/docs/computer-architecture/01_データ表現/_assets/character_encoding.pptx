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文字エンコーディング (Character Encoding)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UTF-8 エンコード規則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57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コードポイント範囲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0000" y="2880000"/>
            <a:ext cx="25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バイト数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0000" y="2880000"/>
            <a:ext cx="79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バイトパターン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17460000" y="2880000"/>
            <a:ext cx="32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780000"/>
            <a:ext cx="576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U+0000 .. U+007F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00" y="3780000"/>
            <a:ext cx="25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0000" y="3780000"/>
            <a:ext cx="79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0xxxxxxx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60000" y="3780000"/>
            <a:ext cx="324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A = 0x41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860000"/>
            <a:ext cx="576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U+0080 .. U+07FF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0000" y="4860000"/>
            <a:ext cx="252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0000" y="4860000"/>
            <a:ext cx="792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110xxxxx 10xxxxxx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460000" y="4860000"/>
            <a:ext cx="324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é = C3 A9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5940000"/>
            <a:ext cx="576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U+0800 .. U+FFFF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0000" y="5940000"/>
            <a:ext cx="25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0000" y="5940000"/>
            <a:ext cx="79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1110xxxx 10xxxxxx 10xxxxxx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60000" y="5940000"/>
            <a:ext cx="324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あ = E3 81 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7020000"/>
            <a:ext cx="576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U+10000 .. U+10FFFF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0000" y="7020000"/>
            <a:ext cx="252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60000" y="7020000"/>
            <a:ext cx="792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11110xxx 10xxxxxx 10xxxxxx 10xxxxxx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460000" y="7020000"/>
            <a:ext cx="324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𝄞 = F0 9D 84 9E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900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エンコーディング比較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9792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ASCII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10620000"/>
            <a:ext cx="468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サイズ: 1バイト固定
ASCII: 互換
BOM: なし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8000" y="9792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UTF-8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88000" y="10620000"/>
            <a:ext cx="4680000" cy="126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サイズ: 1〜4バイト可変
ASCII: 互換
BOM: オプション(EF BB BF)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56000" y="9792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UTF-16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56000" y="10620000"/>
            <a:ext cx="4680000" cy="126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サイズ: 2/4バイト可変
ASCII: 非互換
BOM: 必要(BOM)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624000" y="9792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UTF-32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624000" y="10620000"/>
            <a:ext cx="4680000" cy="126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サイズ: 4バイト固定
ASCII: 非互換
BOM: 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