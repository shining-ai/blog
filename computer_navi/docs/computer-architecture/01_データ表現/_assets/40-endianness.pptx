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</a:rPr>
              <a:t>エンディアン (Endianness)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0x12345678 を 4バイトでメモリに格納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060000"/>
            <a:ext cx="93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ビッグエンディアン (Big-Endian)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20000" y="3960000"/>
            <a:ext cx="4320000" cy="9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5220000" y="396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5040000"/>
            <a:ext cx="4320000" cy="9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0x1001</a:t>
            </a:r>
          </a:p>
        </p:txBody>
      </p:sp>
      <p:sp>
        <p:nvSpPr>
          <p:cNvPr id="9" name="Rectangle 8"/>
          <p:cNvSpPr/>
          <p:nvPr/>
        </p:nvSpPr>
        <p:spPr>
          <a:xfrm>
            <a:off x="5220000" y="504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000" y="6120000"/>
            <a:ext cx="4320000" cy="9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20000" y="612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0x56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0000" y="7200000"/>
            <a:ext cx="4320000" cy="900000"/>
          </a:xfrm>
          <a:prstGeom prst="rect">
            <a:avLst/>
          </a:prstGeom>
          <a:solidFill>
            <a:srgbClr val="BDE4FC"/>
          </a:solidFill>
          <a:ln>
            <a:solidFill>
              <a:srgbClr val="BDE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20000" y="720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0x78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0000" y="8640000"/>
            <a:ext cx="9360000" cy="72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上位バイト→下位バイトの順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160000" y="3060000"/>
            <a:ext cx="936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リトルエンディアン (Little-Endian)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60000" y="3960000"/>
            <a:ext cx="43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660000" y="396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0x78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60000" y="5040000"/>
            <a:ext cx="43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660000" y="504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0x56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60000" y="6120000"/>
            <a:ext cx="43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660000" y="612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0x34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60000" y="7200000"/>
            <a:ext cx="4320000" cy="90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013CA6"/>
                </a:solidFill>
              </a:rPr>
              <a:t>0x1003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660000" y="7200000"/>
            <a:ext cx="4320000" cy="90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0x12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60000" y="8640000"/>
            <a:ext cx="9360000" cy="720000"/>
          </a:xfrm>
          <a:prstGeom prst="rect">
            <a:avLst/>
          </a:prstGeom>
          <a:solidFill>
            <a:srgbClr val="EBA81A"/>
          </a:solidFill>
          <a:ln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下位バイト→上位バイトの順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0000" y="9900000"/>
            <a:ext cx="198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ビッグ: ネットワーク標準(TCP/IP)・SPARC・PowerPC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0000" y="10800000"/>
            <a:ext cx="19800000" cy="72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0">
                <a:solidFill>
                  <a:srgbClr val="013CA6"/>
                </a:solidFill>
              </a:rPr>
              <a:t>リトル: x86/x64・ARM(デフォルト)・RISC-V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