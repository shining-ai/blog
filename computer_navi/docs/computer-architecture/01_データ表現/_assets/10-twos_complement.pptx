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符号付き整数（2の補数表現）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2の補数表現は符号付き整数をビット反転+1で表現し、加算回路を符号・無符号で共用できる。n ビットの範囲は −2ⁿ⁻¹ ～ 2ⁿ⁻¹−1。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変換手順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正→負: ビット全反転+1
例: +5=00000101
→反転: 11111010
→+1: 11111011(−5)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表現範囲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8ビット: −128〜+127
16ビット: −32768〜+32767
32ビット: 約±21億
MSBが符号ビット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加算の統一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+5+(-5)=0
00000101
+11111011
=00000000(繰り上がり無視)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オーバーフロー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最大値+1=最小値
127+1=-128(8bit)
C言語では未定義動作
コンパイラ最適化に注意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