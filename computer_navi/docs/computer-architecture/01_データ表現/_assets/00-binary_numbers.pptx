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2進数・8進数・16進数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コンピュータはすべての情報を2進数（0と1）で表現する。プログラマは16進数（0xAF等）を使ってビット列を簡潔に表記する。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2進数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基数2の数値表現
0と1のみ使用
桁ごとに2倍の重み
例: 1011₂ = 11₁₀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8進数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基数8の数値表現
0〜7の数字使用
2進数3桁を1桁に対応
例: 377₈ = 255₁₀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16進数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基数16の数値表現
0〜9, A〜Fを使用
2進数4桁を1桁に対応
例: 0xFF = 255₁₀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基数変換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2進→16進: 4ビットグループ化
10進→2進: 2で割り余り逆順
Python: bin/oct/hex/int
応用: メモリアドレス表示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