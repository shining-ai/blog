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CUDA メモリ階層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メモリ種別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000" y="1980000"/>
            <a:ext cx="34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スコープ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9360000" y="1980000"/>
            <a:ext cx="27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容量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12240000" y="1980000"/>
            <a:ext cx="34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レイテンシ</a:t>
            </a:r>
          </a:p>
        </p:txBody>
      </p:sp>
      <p:sp>
        <p:nvSpPr>
          <p:cNvPr id="8" name="Rectangle 7"/>
          <p:cNvSpPr/>
          <p:nvPr/>
        </p:nvSpPr>
        <p:spPr>
          <a:xfrm>
            <a:off x="15840000" y="1980000"/>
            <a:ext cx="468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2880000"/>
            <a:ext cx="468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グローバルメモリ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2880000"/>
            <a:ext cx="34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全スレッド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60000" y="2880000"/>
            <a:ext cx="270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数GB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40000" y="2880000"/>
            <a:ext cx="34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~600cy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840000" y="2880000"/>
            <a:ext cx="468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汎用データ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3960000"/>
            <a:ext cx="4680000" cy="97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共有メモリ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0" y="3960000"/>
            <a:ext cx="3420000" cy="97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ブロック内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0" y="3960000"/>
            <a:ext cx="2700000" cy="97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16〜100KB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240000" y="3960000"/>
            <a:ext cx="3420000" cy="97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~1cy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840000" y="3960000"/>
            <a:ext cx="4680000" cy="972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スレッド間共有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5040000"/>
            <a:ext cx="4680000" cy="97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レジスタ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5040000"/>
            <a:ext cx="3420000" cy="97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各スレッド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0000" y="5040000"/>
            <a:ext cx="2700000" cy="97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~256KB/SM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240000" y="5040000"/>
            <a:ext cx="3420000" cy="97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1cy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840000" y="5040000"/>
            <a:ext cx="4680000" cy="97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FFFFFF"/>
                </a:solidFill>
              </a:rPr>
              <a:t>ローカル変数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6120000"/>
            <a:ext cx="4680000" cy="972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コンスタント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6120000"/>
            <a:ext cx="3420000" cy="972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全スレッド読取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0000" y="6120000"/>
            <a:ext cx="2700000" cy="972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64KB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240000" y="6120000"/>
            <a:ext cx="3420000" cy="972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FFFFFF"/>
                </a:solidFill>
              </a:rPr>
              <a:t>1cy(キャッシュ)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840000" y="6120000"/>
            <a:ext cx="4680000" cy="972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FFFFFF"/>
                </a:solidFill>
              </a:rPr>
              <a:t>定数パラメータ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000" y="7200000"/>
            <a:ext cx="468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テクスチャ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000" y="7200000"/>
            <a:ext cx="34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全スレッド読取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60000" y="7200000"/>
            <a:ext cx="270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数MB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40000" y="7200000"/>
            <a:ext cx="342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013CA6"/>
                </a:solidFill>
              </a:rPr>
              <a:t>~数cy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840000" y="7200000"/>
            <a:ext cx="4680000" cy="972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013CA6"/>
                </a:solidFill>
              </a:rPr>
              <a:t>空間局所性データ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000" y="864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共有メモリ バンクコンフリクト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000" y="9540000"/>
            <a:ext cx="19800000" cy="144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32バンク構造。同じバンクへの同時アクセス → シリアル化（コンフリクト）
対策: パディング(+1要素) または アクセスパターンの変更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