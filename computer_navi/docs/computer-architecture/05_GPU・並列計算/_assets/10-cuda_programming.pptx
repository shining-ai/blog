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CUDA プログラミングモデル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CUDA はグリッド→ブロック→スレッドの階層でカーネル関数を数万スレッド並列実行する NVIDIA の GPU 計算プラットフォーム。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スレッドID計算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gid = blockIdx.x * blockDim.x
     + threadIdx.x
各スレッドが独自データを担当
グローバルID=データインデックス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メモリ空間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レジスタ: スレッド専有・最速
共有メモリ: ブロック共有
グローバル: 全スレッド・低速
定数メモリ: 読み取り専用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コアレスアクセス: 帯域最大化
共有メモリ活用: レイテンシ隠蔽
ワープダイバージェンス回避
占有率とレジスタのバランス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使用例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深層学習: GEMM演算
科学計算: 流体シミュレーション
画像処理: リアルタイムフィルタ
cuBLAS/cuDNNライブラリ活用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