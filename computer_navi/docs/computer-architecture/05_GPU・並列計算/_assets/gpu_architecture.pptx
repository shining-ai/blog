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GPU アーキテクチャ：CPU vs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① CPU vs GPU の構造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9000000" cy="43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3168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0000" y="3960000"/>
            <a:ext cx="324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Core 1
(高性能)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0" y="3960000"/>
            <a:ext cx="324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Core 2
(高性能)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5580000"/>
            <a:ext cx="324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Core 3
(高性能)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0" y="5580000"/>
            <a:ext cx="324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Core 4
(高性能)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80000" y="2988000"/>
            <a:ext cx="9360000" cy="4320000"/>
          </a:xfrm>
          <a:prstGeom prst="rect">
            <a:avLst/>
          </a:prstGeom>
          <a:solidFill>
            <a:srgbClr val="F3FAFE"/>
          </a:solidFill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0000" y="3168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B050"/>
                </a:solidFill>
              </a:rPr>
              <a:t>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40000" y="3960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7999" y="3960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96000" y="3960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24000" y="3960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52000" y="3960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40000" y="4788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67999" y="4788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96000" y="4788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24000" y="4788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52000" y="4788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40000" y="5616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167999" y="5616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96000" y="5616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824000" y="5616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52000" y="5616000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40000" y="6443999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67999" y="6443999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96000" y="6443999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24000" y="6443999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52000" y="6443999"/>
            <a:ext cx="774000" cy="77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0000" y="7200000"/>
            <a:ext cx="72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013CA6"/>
                </a:solidFill>
              </a:rPr>
              <a:t>× 4 大きなコア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0000" y="7200000"/>
            <a:ext cx="792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00B050"/>
                </a:solidFill>
              </a:rPr>
              <a:t>× 数千 小さなコア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810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② スペック比較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" y="8748000"/>
            <a:ext cx="43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8000" y="8748000"/>
            <a:ext cx="504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76000" y="8748000"/>
            <a:ext cx="648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000" y="9756000"/>
            <a:ext cx="432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コア数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8000" y="9756000"/>
            <a:ext cx="504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4〜128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76000" y="9756000"/>
            <a:ext cx="648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数千〜数万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" y="10764000"/>
            <a:ext cx="432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メモリ帯域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8000" y="10764000"/>
            <a:ext cx="504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50〜100 GB/s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76000" y="10764000"/>
            <a:ext cx="648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500〜1000+ GB/s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000" y="11772000"/>
            <a:ext cx="432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得意処理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28000" y="11772000"/>
            <a:ext cx="504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逐次・低レイテンシ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76000" y="11772000"/>
            <a:ext cx="648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大規模並列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000" y="12780000"/>
            <a:ext cx="432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キャッシュ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8000" y="12780000"/>
            <a:ext cx="504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大容量（L3: 数十MB）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76000" y="12780000"/>
            <a:ext cx="6480000" cy="93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0">
                <a:solidFill>
                  <a:srgbClr val="1A1A1A"/>
                </a:solidFill>
              </a:rPr>
              <a:t>小容量（L2: 数MB）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11160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③ SIMT 実行モデル（1 Warp = 32スレッド）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000" y="11700000"/>
            <a:ext cx="1980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同じ命令を32スレッドが同時実行  →  分岐するとWarpが分裂（Warp Divergence = 効率低下）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