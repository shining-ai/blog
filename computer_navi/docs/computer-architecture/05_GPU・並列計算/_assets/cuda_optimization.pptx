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CUDA カーネル最適化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160000"/>
            <a:ext cx="4320000" cy="126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メモリ合体アクセス
(Coalescing)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0" y="2160000"/>
            <a:ext cx="504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連続する32スレッド(ワープ)が連続アドレスを読む
→ 1回のメモリトランザクションで処理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80000" y="2160000"/>
            <a:ext cx="432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SM 占有率
(Occupancy)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60000" y="2160000"/>
            <a:ext cx="504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アクティブワープ数/最大ワープ数
レジスタ・共有メモリが制限要因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5040000"/>
            <a:ext cx="4320000" cy="126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Warp Divergence
回避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0" y="5040000"/>
            <a:ext cx="504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同一ワープ内のif-elseはシリアル化
→ データに基づく分岐を最小化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80000" y="5040000"/>
            <a:ext cx="4320000" cy="126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共有メモリ活用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660000" y="5040000"/>
            <a:ext cx="504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グローバルメモリをタイル単位で共有メモリにロード
→ 繰り返しアクセスのレイテンシ削減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2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最適化チェックリスト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180000"/>
            <a:ext cx="19800000" cy="43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✓ ワープサイズ(32)の倍数でスレッド数を設定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9648000"/>
            <a:ext cx="1980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✓ グローバルメモリアクセスを128バイト境界に整列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116000"/>
            <a:ext cx="19800000" cy="43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✓ ループアンロール(#pragma unroll)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10584000"/>
            <a:ext cx="1980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✓ レジスタ数を確認し occupancy を計算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11052000"/>
            <a:ext cx="19800000" cy="43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✓ Nsight Compute でプロファイリング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1520000"/>
            <a:ext cx="1980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✓ ストリームで CPU-GPU 転送を重ねる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