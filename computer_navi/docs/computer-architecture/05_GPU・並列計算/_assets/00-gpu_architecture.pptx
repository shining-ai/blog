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GPU アーキテクチャの概要（SM・ワープ・SIMD）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GPU は数千のコアを持つ SIMD プロセッサ。SM（Streaming Multiprocessor）単位で32スレッドのワープを並列実行する。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CPU vs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CPU: 少数高性能コア
分岐予測・OoOE付き
GPU: 数千軽量コア
SIMD型規則的処理向き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SM とワープ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SM = CUDA コア64〜128個
ワープ = 32スレッド
同じ命令を並列実行
ダイバージェンスで直列化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メモリ帯域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HBM2e/GDDR6X: 1TB/s超
DRAM比8〜10倍の帯域
深層学習はメモリバウンド
演算対メモリ比が重要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CUDA階層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グリッド→ブロック→スレッド
ブロック内で共有メモリ共有
グリッドはGPU全体
最適ブロックサイズは128〜256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