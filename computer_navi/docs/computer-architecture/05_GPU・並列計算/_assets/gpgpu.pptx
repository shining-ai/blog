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GPGPU と計算加速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CPU vs GPU 設計思想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880000"/>
            <a:ext cx="9000000" cy="36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CPU
少数の高性能コア
(4〜64コア)
レイテンシ最適化
大きなキャッシュ
複雑な分岐予測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0" y="2880000"/>
            <a:ext cx="9720000" cy="360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GPU
数千の軽量コア
(数千〜数万 CUDA コア)
スループット最適化
小さなキャッシュ
シンプルな制御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7020000"/>
            <a:ext cx="19800000" cy="72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GPUが得意: データ並列・演算集約・規則的なアクセス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82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プラットフォーム比較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9180000"/>
            <a:ext cx="2880000" cy="468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CUDA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0000" y="9180000"/>
            <a:ext cx="6480000" cy="46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NVIDIA GPU専用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40000" y="9180000"/>
            <a:ext cx="10080000" cy="46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最も成熟・エコシステム豊富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9720000"/>
            <a:ext cx="2880000" cy="468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ROCm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0000" y="9720000"/>
            <a:ext cx="6480000" cy="46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AMD GPU向け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40000" y="9720000"/>
            <a:ext cx="10080000" cy="46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CUDA互換目標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" y="10260000"/>
            <a:ext cx="2880000" cy="468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OpenCL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80000" y="10260000"/>
            <a:ext cx="6480000" cy="46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クロスベンダー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40000" y="10260000"/>
            <a:ext cx="10080000" cy="46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移植性高・最適化難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10800000"/>
            <a:ext cx="2880000" cy="468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Metal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80000" y="10800000"/>
            <a:ext cx="6480000" cy="46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Apple GPU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40000" y="10800000"/>
            <a:ext cx="10080000" cy="46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iOS/macOS専用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0000" y="11340000"/>
            <a:ext cx="2880000" cy="468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SYCL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0000" y="11340000"/>
            <a:ext cx="6480000" cy="46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Intel/クロスベンダー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40000" y="11340000"/>
            <a:ext cx="10080000" cy="468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013CA6"/>
                </a:solidFill>
              </a:rPr>
              <a:t>C++17ベース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