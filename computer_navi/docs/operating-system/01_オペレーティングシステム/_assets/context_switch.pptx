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コンテキストスイッチ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Context Switch — プロセス切り替えの仕組み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OSがCPUを別プロセスへ割り当てる際、現在の実行状態（コンテキスト）を保存・復元する操作。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コンテキストの内容（PCB: Process Control Block）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汎用レジスタ（RAX, RBX, ...）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0" y="388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0000" y="396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プログラムカウンタ（RIP）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60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468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スタックポインタ（RSP）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0" y="460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0000" y="468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フラグレジスタ（RFLAGS）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532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540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MMUページテーブルベース（CR3）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0" y="5328000"/>
            <a:ext cx="59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0000" y="540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• オープンファイルディスクリプタ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0" y="324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コンテキストスイッチの手順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0" y="3888000"/>
            <a:ext cx="61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44000" y="3978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① 割り込み/システムコール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400000" y="4680000"/>
            <a:ext cx="61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544000" y="4770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② 現プロセスのレジスタ保存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0" y="5472000"/>
            <a:ext cx="61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544000" y="5562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③ PCBへ状態を書き込む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400000" y="6264000"/>
            <a:ext cx="61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44000" y="6354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④ 次プロセスのPCBを選択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0" y="7056000"/>
            <a:ext cx="61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544000" y="714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⑤ レジスタを復元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00" y="7848000"/>
            <a:ext cx="61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544000" y="7938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⑥ 新プロセスへジャンプ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77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オーバーヘッド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8352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000" y="8424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直接コスト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" y="9072000"/>
            <a:ext cx="61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レジスタ保存/復元（数十〜数百サイクル）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0000" y="8352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0000" y="8424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間接コスト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0000" y="9072000"/>
            <a:ext cx="61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キャッシュ汚染・TLBフラッシュ（数千サイクル）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00000" y="8352000"/>
            <a:ext cx="648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580000" y="8424000"/>
            <a:ext cx="61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削減策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580000" y="9072000"/>
            <a:ext cx="61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スレッドはアドレス空間共有によりTLBフラッシュ不要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