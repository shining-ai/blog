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504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プロセスとスレッド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64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プロセス 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060000"/>
            <a:ext cx="648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アドレス空間 A
(コード / データ / ヒープ / スタック)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5400000"/>
            <a:ext cx="64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プロセス B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6300000"/>
            <a:ext cx="648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アドレス空間 B
(独立 — A と共有なし)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4968000"/>
            <a:ext cx="2160000" cy="3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IPC (パイプ・共有メモリ)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0" y="2160000"/>
            <a:ext cx="792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プロセス C（マルチスレッド）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0" y="3060000"/>
            <a:ext cx="792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共有メモリ
(ヒープ / グローバル変数 / ファイルディスクリプタ)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4680000"/>
            <a:ext cx="234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スレッド 1
(独自スタック)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8000" y="4680000"/>
            <a:ext cx="234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スレッド 2
(独自スタック)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76000" y="4680000"/>
            <a:ext cx="234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スレッド 3
(独自スタック)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8640000"/>
            <a:ext cx="198504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9504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0" y="9504000"/>
            <a:ext cx="72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プロセス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60000" y="9504000"/>
            <a:ext cx="72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スレッド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0296000"/>
            <a:ext cx="4320000" cy="648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メモリ空間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0" y="10296000"/>
            <a:ext cx="7200000" cy="64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独立 (fork)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60000" y="10296000"/>
            <a:ext cx="7200000" cy="64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共有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10980000"/>
            <a:ext cx="4320000" cy="648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生成コスト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0" y="10980000"/>
            <a:ext cx="7200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高い (fork)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60000" y="10980000"/>
            <a:ext cx="7200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低い (pthread_create)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11664000"/>
            <a:ext cx="4320000" cy="648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切り替えコスト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0" y="11664000"/>
            <a:ext cx="7200000" cy="64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高い (TLB フラッシュ)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60000" y="11664000"/>
            <a:ext cx="7200000" cy="64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低い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2347999"/>
            <a:ext cx="4320000" cy="648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障害影響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0" y="12347999"/>
            <a:ext cx="7200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他プロセスに影響しない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60000" y="12347999"/>
            <a:ext cx="7200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同プロセス全体に影響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