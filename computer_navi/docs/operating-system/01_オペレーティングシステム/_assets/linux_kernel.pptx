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9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216000"/>
            <a:ext cx="162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Linuxカーネル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152000"/>
            <a:ext cx="180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DE4FC"/>
                </a:solidFill>
              </a:rPr>
              <a:t>Linux Kernel — アーキテクチャと主要サブシステム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19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1A1A2E"/>
                </a:solidFill>
              </a:rPr>
              <a:t>Linuxはモノリシックカーネルを基本としつつ、カーネルモジュールで動的拡張が可能。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3240000"/>
            <a:ext cx="19800000" cy="9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311999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13CA6"/>
                </a:solidFill>
              </a:rPr>
              <a:t>ユーザ空間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3384000"/>
            <a:ext cx="11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13CA6"/>
                </a:solidFill>
              </a:rPr>
              <a:t>アプリケーション / シェル / ライブラリ (glibc)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4248000"/>
            <a:ext cx="1980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4320000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システムコールインターフェース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0" y="4392000"/>
            <a:ext cx="11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read/write/open/fork/mmap ... (~300種)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5256000"/>
            <a:ext cx="19800000" cy="93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5328000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DE4FC"/>
                </a:solidFill>
              </a:rPr>
              <a:t>プロセス管理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000" y="5400000"/>
            <a:ext cx="11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DE4FC"/>
                </a:solidFill>
              </a:rPr>
              <a:t>スケジューラ (CFS) / シグナル / コンテキストスイッチ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6263999"/>
            <a:ext cx="1980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000" y="6335999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仮想ファイルシステム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0000" y="6407999"/>
            <a:ext cx="11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VFS → ext4 / XFS / Btrfs / procfs / sysfs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7272000"/>
            <a:ext cx="19800000" cy="93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" y="7343999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DE4FC"/>
                </a:solidFill>
              </a:rPr>
              <a:t>メモリ管理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0000" y="7415999"/>
            <a:ext cx="11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DE4FC"/>
                </a:solidFill>
              </a:rPr>
              <a:t>ページング / Buddy / スラブアロケータ / OOM Killer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0000" y="8280000"/>
            <a:ext cx="19800000" cy="936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8352000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ネットワークスタック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0000" y="8424000"/>
            <a:ext cx="11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TCP/IP / ソケット / iptables / eBPF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9287999"/>
            <a:ext cx="19800000" cy="936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9359999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DE4FC"/>
                </a:solidFill>
              </a:rPr>
              <a:t>デバイスドライバ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000" y="9431999"/>
            <a:ext cx="11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DE4FC"/>
                </a:solidFill>
              </a:rPr>
              <a:t>ブロック / キャラクタ / ネットワーク / USB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0000" y="10296000"/>
            <a:ext cx="19800000" cy="936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000" y="10367999"/>
            <a:ext cx="72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BDE4FC"/>
                </a:solidFill>
              </a:rPr>
              <a:t>ハードウェア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0000" y="10439999"/>
            <a:ext cx="118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DE4FC"/>
                </a:solidFill>
              </a:rPr>
              <a:t>CPU / メモリ / NIC / ストレージ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