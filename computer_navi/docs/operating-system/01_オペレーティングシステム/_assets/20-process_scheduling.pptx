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62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プロセススケジューリング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80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Process Scheduling — CPU割り当てアルゴリズム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</a:rPr>
              <a:t>OSはCPUを複数プロセスへ効率的に割り当てるため、スケジューリングアルゴリズムを用いる。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3420000"/>
            <a:ext cx="36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999" y="3510000"/>
            <a:ext cx="33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アルゴリズム</a:t>
            </a:r>
          </a:p>
        </p:txBody>
      </p:sp>
      <p:sp>
        <p:nvSpPr>
          <p:cNvPr id="9" name="Rectangle 8"/>
          <p:cNvSpPr/>
          <p:nvPr/>
        </p:nvSpPr>
        <p:spPr>
          <a:xfrm>
            <a:off x="4500000" y="3420000"/>
            <a:ext cx="396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000" y="3510000"/>
            <a:ext cx="374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方式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0000" y="3420000"/>
            <a:ext cx="72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48000" y="3510000"/>
            <a:ext cx="698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特徴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20000" y="3420000"/>
            <a:ext cx="576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127999" y="3510000"/>
            <a:ext cx="554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問題点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4068000"/>
            <a:ext cx="36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999" y="4140000"/>
            <a:ext cx="33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FCFS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0000" y="4068000"/>
            <a:ext cx="396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000" y="4140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非プリエンプティブ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0000" y="4068000"/>
            <a:ext cx="72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48000" y="4140000"/>
            <a:ext cx="6983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到着順に実行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20000" y="4068000"/>
            <a:ext cx="576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127999" y="4140000"/>
            <a:ext cx="5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護送船団問題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4788000"/>
            <a:ext cx="360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999" y="4860000"/>
            <a:ext cx="33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SJF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00000" y="4788000"/>
            <a:ext cx="396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000" y="4860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非プリエンプティブ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0000" y="4788000"/>
            <a:ext cx="720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48000" y="4860000"/>
            <a:ext cx="6983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最短ジョブ優先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020000" y="4788000"/>
            <a:ext cx="576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127999" y="4860000"/>
            <a:ext cx="5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実行時間の予測が必要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" y="5508000"/>
            <a:ext cx="36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999" y="5580000"/>
            <a:ext cx="33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SRTF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00000" y="5508000"/>
            <a:ext cx="396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08000" y="5580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プリエンプティブ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0000" y="5508000"/>
            <a:ext cx="72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48000" y="5580000"/>
            <a:ext cx="6983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残り時間最短を優先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020000" y="5508000"/>
            <a:ext cx="576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127999" y="5580000"/>
            <a:ext cx="5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頻繁なコンテキストスイッチ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0000" y="6228000"/>
            <a:ext cx="360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999" y="6300000"/>
            <a:ext cx="33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Round Robin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00000" y="6228000"/>
            <a:ext cx="396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08000" y="6300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プリエンプティブ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40000" y="6228000"/>
            <a:ext cx="720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48000" y="6300000"/>
            <a:ext cx="6983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一定時間ずつ順に割り当て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020000" y="6228000"/>
            <a:ext cx="576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127999" y="6300000"/>
            <a:ext cx="5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タイムスライス設定が重要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0000" y="6948000"/>
            <a:ext cx="36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999" y="7020000"/>
            <a:ext cx="33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Priority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00000" y="6948000"/>
            <a:ext cx="396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08000" y="7020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両方あり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40000" y="6948000"/>
            <a:ext cx="72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48000" y="7020000"/>
            <a:ext cx="6983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優先度の高い順に実行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020000" y="6948000"/>
            <a:ext cx="576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127999" y="7020000"/>
            <a:ext cx="5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飢餓（Starvation）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0000" y="7668000"/>
            <a:ext cx="360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999" y="7740000"/>
            <a:ext cx="33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MLFQ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00000" y="7668000"/>
            <a:ext cx="396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08000" y="7740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プリエンプティブ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40000" y="7668000"/>
            <a:ext cx="720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48000" y="7740000"/>
            <a:ext cx="6983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複数キューで動的に優先度調整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020000" y="7668000"/>
            <a:ext cx="5760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127999" y="7740000"/>
            <a:ext cx="5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複雑な実装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0000" y="882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Round Robin タイムライン例（タイムスライス = 4ms）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0000" y="9432000"/>
            <a:ext cx="3456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00000" y="9684000"/>
            <a:ext cx="14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20000" y="9432000"/>
            <a:ext cx="3456000" cy="10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00000" y="9684000"/>
            <a:ext cx="14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20000" y="9432000"/>
            <a:ext cx="3456000" cy="108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00000" y="9684000"/>
            <a:ext cx="14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520000" y="9432000"/>
            <a:ext cx="3456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600000" y="9684000"/>
            <a:ext cx="14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120000" y="9432000"/>
            <a:ext cx="3456000" cy="10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6200000" y="9684000"/>
            <a:ext cx="14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0000" y="1058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20000" y="1058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20000" y="1058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520000" y="1058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12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5120000" y="1058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16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720000" y="1058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