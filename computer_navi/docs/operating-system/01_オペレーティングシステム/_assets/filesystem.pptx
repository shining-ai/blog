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ファイルシステム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File System — データの永続化と管理構造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ファイルシステムはストレージ上のデータを階層的なファイル・ディレクトリ構造で管理する仕組み。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inode 構造（Unix系）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9360000" cy="727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396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ファイルサイズ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4752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所有者 UID/GID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544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パーミッション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6336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タイムスタンプ (atime/mtime/ctime)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7128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ハードリンク数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792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直接ブロックポインタ ×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8712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単間接ブロックポインタ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9504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二重間接ブロックポインタ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10296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• 三重間接ブロックポインタ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0" y="3240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主要ファイルシステム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00000" y="3888000"/>
            <a:ext cx="1980000" cy="93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72000" y="4032000"/>
            <a:ext cx="1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ext4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780000" y="3888000"/>
            <a:ext cx="756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87999" y="4068000"/>
            <a:ext cx="73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Linux標準  /  ジャーナリング・大容量対応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00000" y="4896000"/>
            <a:ext cx="1980000" cy="93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72000" y="5040000"/>
            <a:ext cx="1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XFS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780000" y="4896000"/>
            <a:ext cx="756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87999" y="5076000"/>
            <a:ext cx="73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高性能Linux  /  並列I/O・メタデータ性能優秀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00000" y="5903999"/>
            <a:ext cx="1980000" cy="93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72000" y="6047999"/>
            <a:ext cx="1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Btrfs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780000" y="5903999"/>
            <a:ext cx="756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87999" y="6083999"/>
            <a:ext cx="73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次世代Linux  /  CoW・スナップショット・RAID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00000" y="6912000"/>
            <a:ext cx="1980000" cy="93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72000" y="7055999"/>
            <a:ext cx="1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NTFS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780000" y="6912000"/>
            <a:ext cx="756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87999" y="7092000"/>
            <a:ext cx="73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Windows標準  /  ジャーナリング・ACL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00000" y="7920000"/>
            <a:ext cx="1980000" cy="93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72000" y="8063999"/>
            <a:ext cx="1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APFS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780000" y="7920000"/>
            <a:ext cx="756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87999" y="8100000"/>
            <a:ext cx="73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macOS/iOS  /  CoW・暗号化・スナップショット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800000" y="8928000"/>
            <a:ext cx="1980000" cy="93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72000" y="9072000"/>
            <a:ext cx="1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FAT32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780000" y="8928000"/>
            <a:ext cx="756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87999" y="9108000"/>
            <a:ext cx="73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互換性最高  /  4GB上限・シンプル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00000" y="9936000"/>
            <a:ext cx="1980000" cy="93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72000" y="10079999"/>
            <a:ext cx="1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tmpfs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780000" y="9936000"/>
            <a:ext cx="756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887999" y="10116000"/>
            <a:ext cx="73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RAM上の一時FS  /  再起動で消える・高速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000" y="11232000"/>
            <a:ext cx="19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</a:rPr>
              <a:t>ジャーナリング: 書き込み前にログに記録 → クラッシュ後も一貫性を保証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