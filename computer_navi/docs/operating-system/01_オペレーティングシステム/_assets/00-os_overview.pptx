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OS の役割とカーネルの種類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OS はハードウェアリソースを管理し、アプリケーションに統一インタフェースを提供するシステムソフトウェア。カーネルの設計はモノリシック・マイクロ・ハイブリッドの3種類が主要。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OS の主な役割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プロセス・スレッド管理
メモリ管理・仮想メモリ
ファイルシステム管理
I/O・ネットワーク抽象化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モノリシックカーネル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全機能が同一アドレス空間
Linux / FreeBSD / Unix
高速(関数呼び出しのみ)
バグが全体に影響しやすい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017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マイクロカーネル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最小限の機能のみカーネルに
MINIX / QNX / seL4
安定性・モジュール性が高い
IPC オーバーヘッドあり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システムコール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ユーザ→カーネル遷移の仕組み
SYSCALL命令で特権昇格
Linux: 数百のシステムコール
read/write/fork/execなど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