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デッドロック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Deadlock — 発生条件・検出・回避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複数のプロセスが互いに相手の保持するリソースを待ち、永久にブロックされる状態。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コフマンの4条件（すべて成立するとデッドロック）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960000"/>
            <a:ext cx="4860000" cy="23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999" y="4031999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相互排他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999" y="4608000"/>
            <a:ext cx="46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E4FC"/>
                </a:solidFill>
              </a:rPr>
              <a:t>Mutual Exclusion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5112000"/>
            <a:ext cx="4860000" cy="11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999" y="5184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リソースは一度に1プロセスのみ使用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0" y="3960000"/>
            <a:ext cx="4860000" cy="23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8000" y="4031999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保持と待機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8000" y="4608000"/>
            <a:ext cx="46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E4FC"/>
                </a:solidFill>
              </a:rPr>
              <a:t>Hold and Wait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0" y="5112000"/>
            <a:ext cx="4860000" cy="11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8000" y="5184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リソースを持ちながら他を待つ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0" y="3960000"/>
            <a:ext cx="4860000" cy="23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08000" y="4031999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プリエンプション不可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8000" y="4608000"/>
            <a:ext cx="46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E4FC"/>
                </a:solidFill>
              </a:rPr>
              <a:t>No Preemption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00" y="5112000"/>
            <a:ext cx="4860000" cy="11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08000" y="5184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リソースを強制的に奪えない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840000" y="3960000"/>
            <a:ext cx="4860000" cy="23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947999" y="4031999"/>
            <a:ext cx="46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循環待機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47999" y="4608000"/>
            <a:ext cx="46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E4FC"/>
                </a:solidFill>
              </a:rPr>
              <a:t>Circular Wait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840000" y="5112000"/>
            <a:ext cx="4860000" cy="11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947999" y="5184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プロセスが環状に互いを待つ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666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対処法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7272000"/>
            <a:ext cx="4860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999" y="7308000"/>
            <a:ext cx="46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予防
(Prevention)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" y="8352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999" y="8424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4条件のいずれかを排除
（例: ロック順序を統一）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000" y="7272000"/>
            <a:ext cx="486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68000" y="7308000"/>
            <a:ext cx="46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回避
(Avoidance)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000" y="8352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8000" y="8424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銀行家アルゴリズムで
安全状態のみ遷移許可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00000" y="7272000"/>
            <a:ext cx="4860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08000" y="7308000"/>
            <a:ext cx="46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</a:rPr>
              <a:t>検出+回復
(Detection)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0000" y="8352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08000" y="8424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資源割り当てグラフで検出
プロセスを強制終了して回復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840000" y="7272000"/>
            <a:ext cx="4860000" cy="108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947999" y="7308000"/>
            <a:ext cx="46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無視
(Ignorance)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840000" y="8352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947999" y="8424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再起動で対処
（デスクトップOSで多用）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00" y="102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資源割り当てグラフ（循環 → デッドロック）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000" y="10872000"/>
            <a:ext cx="288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00000" y="10980000"/>
            <a:ext cx="7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40000" y="10872000"/>
            <a:ext cx="288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0000" y="10980000"/>
            <a:ext cx="7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80000" y="10872000"/>
            <a:ext cx="14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0000" y="10980000"/>
            <a:ext cx="72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R1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0000" y="10980000"/>
            <a:ext cx="122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0000"/>
                </a:solidFill>
              </a:rPr>
              <a:t>P1→R2待ち  R1→P2保持  P2→R1待ち  R2→P1保持  ⇒ 循環！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