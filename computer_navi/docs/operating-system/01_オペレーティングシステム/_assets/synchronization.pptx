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同期（Synchronization）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競合状態を防ぐ排他制御の仕組み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複数スレッド/プロセスが共有リソースへ同時アクセスする際の矛盾（競合状態）を防ぐ機構。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競合状態（Race Condition）の例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9360000" cy="28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Thread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3960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0000"/>
                </a:solidFill>
              </a:rPr>
              <a:t>Thread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500000"/>
            <a:ext cx="39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x = counter  # 読み込み
# ← 割り込み！
x = x + 1
counter = x  # 書き込み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4500000"/>
            <a:ext cx="43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x = counter  # 読み込み
x = x + 1
counter = x  # 書き込み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300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0000"/>
                </a:solidFill>
              </a:rPr>
              <a:t>結果: counter が 1 だけ増加（本来 2 増加すべき）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0" y="32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同期プリミティブ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00" y="3888000"/>
            <a:ext cx="972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80000" y="396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Mutex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0" y="396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E4FC"/>
                </a:solidFill>
              </a:rPr>
              <a:t>相互排他ロック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0" y="4500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1スレッドのみ保持可能  /  用途: 単純なクリティカルセクション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0" y="5112000"/>
            <a:ext cx="9720000" cy="115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0000" y="518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Semaphore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0" y="518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E4FC"/>
                </a:solidFill>
              </a:rPr>
              <a:t>カウンティング同期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0" y="5724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N個のスレッドを同時に許可  /  用途: リソースプール管理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0" y="6336000"/>
            <a:ext cx="972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80000" y="6408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0" y="6408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E4FC"/>
                </a:solidFill>
              </a:rPr>
              <a:t>高レベル抽象化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0" y="6948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条件変数と組み合わせ  /  用途: Java synchronized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7560000"/>
            <a:ext cx="9720000" cy="115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80000" y="7632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Spinlock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0" y="763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E4FC"/>
                </a:solidFill>
              </a:rPr>
              <a:t>ビジーウェイト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0000" y="8172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コンテキストスイッチなし  /  用途: 短時間の待機に最適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8784000"/>
            <a:ext cx="972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80000" y="8856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RW 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0" y="8856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E4FC"/>
                </a:solidFill>
              </a:rPr>
              <a:t>読み書きロック分離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0000" y="9396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複数読み取り / 単一書き込み  /  用途: 読み取り多数のデータ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7380000"/>
            <a:ext cx="9360000" cy="14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" y="7452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</a:rPr>
              <a:t>注意: デッドロック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" y="8028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複数ロックを取得する順序が不一致だと、互いに待ち続ける「デッドロック」が発生する。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