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"/>
            <a:ext cx="162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プロセス間通信（IPC）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152000"/>
            <a:ext cx="180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Inter-Process Communication — 通信メカニズムの比較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2E"/>
                </a:solidFill>
              </a:rPr>
              <a:t>異なるプロセスがデータを交換・同期するための仕組み。方式により速度・複雑さ・用途が異なる。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3240000"/>
            <a:ext cx="6480000" cy="27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348000"/>
            <a:ext cx="61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パイプ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3960000"/>
            <a:ext cx="6480000" cy="19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4031999"/>
            <a:ext cx="61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13CA6"/>
                </a:solidFill>
              </a:rPr>
              <a:t>API: pipe / mkfifo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4572000"/>
            <a:ext cx="61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一方向バイトストリーム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5112000"/>
            <a:ext cx="61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用途: シェルコマンド連結 ls | grep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2000" y="3240000"/>
            <a:ext cx="6480000" cy="27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2000" y="3348000"/>
            <a:ext cx="61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名前付きパイプ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2000" y="3960000"/>
            <a:ext cx="6480000" cy="19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2000" y="4031999"/>
            <a:ext cx="61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13CA6"/>
                </a:solidFill>
              </a:rPr>
              <a:t>API: FIFO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2000" y="4572000"/>
            <a:ext cx="61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ファイルシステム経由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2000" y="5112000"/>
            <a:ext cx="61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用途: 無関係プロセス間通信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544000" y="3240000"/>
            <a:ext cx="6480000" cy="27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724000" y="3348000"/>
            <a:ext cx="61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共有メモリ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544000" y="3960000"/>
            <a:ext cx="6480000" cy="19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724000" y="4031999"/>
            <a:ext cx="61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13CA6"/>
                </a:solidFill>
              </a:rPr>
              <a:t>API: shmget/mmap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724000" y="4572000"/>
            <a:ext cx="61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最速・カーネル介在なし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724000" y="5112000"/>
            <a:ext cx="61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用途: 明示的な同期が必要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" y="6228000"/>
            <a:ext cx="6480000" cy="27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000" y="6336000"/>
            <a:ext cx="61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メッセージキュー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000" y="6948000"/>
            <a:ext cx="6480000" cy="19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" y="7020000"/>
            <a:ext cx="61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13CA6"/>
                </a:solidFill>
              </a:rPr>
              <a:t>API: msgget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000" y="7560000"/>
            <a:ext cx="61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構造化メッセージ単位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000" y="8100000"/>
            <a:ext cx="61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用途: 非同期・永続的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2000" y="6228000"/>
            <a:ext cx="6480000" cy="27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2000" y="6336000"/>
            <a:ext cx="61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ソケット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32000" y="6948000"/>
            <a:ext cx="6480000" cy="19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2000" y="7020000"/>
            <a:ext cx="61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13CA6"/>
                </a:solidFill>
              </a:rPr>
              <a:t>API: socket()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2000" y="7560000"/>
            <a:ext cx="61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ネットワーク越しも可能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2000" y="8100000"/>
            <a:ext cx="61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用途: 最も汎用的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544000" y="6228000"/>
            <a:ext cx="6480000" cy="27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724000" y="6336000"/>
            <a:ext cx="61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シグナル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544000" y="6948000"/>
            <a:ext cx="6480000" cy="19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724000" y="7020000"/>
            <a:ext cx="61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13CA6"/>
                </a:solidFill>
              </a:rPr>
              <a:t>API: kill/signal()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724000" y="7560000"/>
            <a:ext cx="61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非同期通知のみ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724000" y="8100000"/>
            <a:ext cx="61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用途: データは送れない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000" y="9432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通信速度の目安（相対比較）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0000" y="10008000"/>
            <a:ext cx="1980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628000" y="10062000"/>
            <a:ext cx="54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共有メモリ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000" y="10656000"/>
            <a:ext cx="1080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627999" y="10710000"/>
            <a:ext cx="54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パイプ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0000" y="11304000"/>
            <a:ext cx="7200000" cy="54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28000" y="11358000"/>
            <a:ext cx="54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メッセージキュー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0000" y="11952000"/>
            <a:ext cx="900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28000" y="12006000"/>
            <a:ext cx="54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ソケット(Unix)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0000" y="12600000"/>
            <a:ext cx="3600000" cy="54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28000" y="12654000"/>
            <a:ext cx="54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ソケット(TCP)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