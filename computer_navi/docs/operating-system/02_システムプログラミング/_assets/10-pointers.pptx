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ポインタと配列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ポインタは変数のメモリアドレスを格納する変数。C で配列・動的メモリ・コールバック・データ構造を実装する上で不可欠な概念。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基本操作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&amp;: アドレス取得演算子
*: 逆参照演算子
p+n: sizeof(型)×n ずれる
ポインタ演算で配列走査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配列との関係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arr は arr[0] のアドレス
arr[i] == *(arr+i)
ポインタは配列に変換可能
逆は不可(サイズ情報がない)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ポインタの種類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const int *: 先を変更不可
int * const: 自体を変更不可
void *: 汎用ポインタ
(*fp)(): 関数ポインタ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使用場面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動的メモリ: malloc戻り値
連結リスト・木: next/parent
コールバック: qsort関数ポインタ
カーネル: I/Oアドレス直接操作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