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62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スタックとヒープ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80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Stack &amp; Heap — メモリ領域の使い分け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2E"/>
                </a:solidFill>
              </a:rPr>
              <a:t>プロセスのメモリ空間は用途に応じて複数の領域に分割される。スタックとヒープが主要な動的領域。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仮想アドレス空間レイアウト（x86-64 Linux）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888000"/>
            <a:ext cx="10080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3960000"/>
            <a:ext cx="4320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DE4FC"/>
                </a:solidFill>
              </a:rPr>
              <a:t>カーネル空間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0" y="3996000"/>
            <a:ext cx="522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E4FC"/>
                </a:solidFill>
              </a:rPr>
              <a:t>0xFFFF800000000000 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4824000"/>
            <a:ext cx="10080000" cy="14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" y="4896000"/>
            <a:ext cx="4320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スタック 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0" y="4932000"/>
            <a:ext cx="5220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ローカル変数・関数呼び出し・自動管理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6300000"/>
            <a:ext cx="10080000" cy="126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6372000"/>
            <a:ext cx="43200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</a:rPr>
              <a:t>（未使用）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7596000"/>
            <a:ext cx="10080000" cy="14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000" y="7668000"/>
            <a:ext cx="4320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ヒープ 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0" y="7704000"/>
            <a:ext cx="5220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malloc/new・動的確保・手動管理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9072000"/>
            <a:ext cx="10080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" y="9144000"/>
            <a:ext cx="4320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DE4FC"/>
                </a:solidFill>
              </a:rPr>
              <a:t>BSS セグメント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0" y="9180000"/>
            <a:ext cx="522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E4FC"/>
                </a:solidFill>
              </a:rPr>
              <a:t>初期化なし静的変数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10008000"/>
            <a:ext cx="10080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000" y="10080000"/>
            <a:ext cx="4320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DE4FC"/>
                </a:solidFill>
              </a:rPr>
              <a:t>データセグメント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0" y="10116000"/>
            <a:ext cx="522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E4FC"/>
                </a:solidFill>
              </a:rPr>
              <a:t>初期化あり静的変数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" y="10944000"/>
            <a:ext cx="1008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000" y="11016000"/>
            <a:ext cx="4320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テキストセグメント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000" y="11052000"/>
            <a:ext cx="522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プログラムコード（読み取り専用）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0000" y="3240000"/>
            <a:ext cx="90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スタック vs ヒープ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520000" y="3888000"/>
            <a:ext cx="3168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27999" y="3960000"/>
            <a:ext cx="295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940000" y="3888000"/>
            <a:ext cx="3888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047999" y="3960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スタック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080000" y="3888000"/>
            <a:ext cx="3888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188000" y="3960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ヒープ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20000" y="4680000"/>
            <a:ext cx="316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27999" y="4752000"/>
            <a:ext cx="295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管理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940000" y="4680000"/>
            <a:ext cx="388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047999" y="4752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コンパイラ自動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080000" y="4680000"/>
            <a:ext cx="388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188000" y="4752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プログラマ手動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520000" y="5472000"/>
            <a:ext cx="316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27999" y="5544000"/>
            <a:ext cx="295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速度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940000" y="5472000"/>
            <a:ext cx="388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047999" y="5544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非常に高速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080000" y="5472000"/>
            <a:ext cx="388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188000" y="5544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低速（系統探索）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520000" y="6264000"/>
            <a:ext cx="316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627999" y="6336000"/>
            <a:ext cx="295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サイズ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940000" y="6264000"/>
            <a:ext cx="388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47999" y="6336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固定（通常8MB）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080000" y="6264000"/>
            <a:ext cx="388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188000" y="6336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プロセス仮想空間まで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520000" y="7056000"/>
            <a:ext cx="316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627999" y="7128000"/>
            <a:ext cx="295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断片化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940000" y="7056000"/>
            <a:ext cx="388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47999" y="7128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なし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080000" y="7056000"/>
            <a:ext cx="388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188000" y="7128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あり（外部断片化）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520000" y="7848000"/>
            <a:ext cx="316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627999" y="7920000"/>
            <a:ext cx="295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スコープ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940000" y="7848000"/>
            <a:ext cx="388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5047999" y="7920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関数スコープ内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080000" y="7848000"/>
            <a:ext cx="388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9188000" y="7920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プログラム全体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520000" y="8640000"/>
            <a:ext cx="316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627999" y="8712000"/>
            <a:ext cx="295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確保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4940000" y="8640000"/>
            <a:ext cx="388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047999" y="8712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自動（{}内で有効）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080000" y="8640000"/>
            <a:ext cx="388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9188000" y="8712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malloc/new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1520000" y="9432000"/>
            <a:ext cx="316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627999" y="9504000"/>
            <a:ext cx="295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解放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4940000" y="9432000"/>
            <a:ext cx="388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047999" y="9504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関数リターン時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080000" y="9432000"/>
            <a:ext cx="388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9188000" y="9504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free/delete必須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520000" y="10224000"/>
            <a:ext cx="316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627999" y="10296000"/>
            <a:ext cx="295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用途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4940000" y="10224000"/>
            <a:ext cx="388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5047999" y="10296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ローカル変数・引数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080000" y="10224000"/>
            <a:ext cx="388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9188000" y="10296000"/>
            <a:ext cx="367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動的サイズ・長寿命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