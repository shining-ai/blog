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POSIX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POSIX API — Unix系システムの標準インターフェース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POSIX（Portable Operating System Interface）はUnix系OSの標準APIを定義する規格（IEEE 1003）。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240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3311999"/>
            <a:ext cx="46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ファイルI/O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960000"/>
            <a:ext cx="4860000" cy="56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4031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open(path, flags, mode)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" y="4823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read(fd, buf, count)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5616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write(fd, buf, count)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" y="6408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close(fd)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7200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lseek(fd, offset, whence)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000" y="7992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stat(path, &amp;st)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" y="8784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mmap(addr, len, prot, flags, fd, off)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3240000"/>
            <a:ext cx="4860000" cy="7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8000" y="3311999"/>
            <a:ext cx="46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プロセス管理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0" y="3960000"/>
            <a:ext cx="4860000" cy="56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3999" y="4031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fork()  — 子プロセス生成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3999" y="4823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exec*(path, argv, envp)  — プログラム実行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3999" y="5616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wait(&amp;status) / waitpid(pid,...)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3999" y="6408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exit(status)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3999" y="7200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getpid() / getppid()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3999" y="7992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kill(pid, sig)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3999" y="8784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alarm(seconds)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0" y="3240000"/>
            <a:ext cx="48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08000" y="3311999"/>
            <a:ext cx="46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ファイルシステム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0000" y="3960000"/>
            <a:ext cx="4860000" cy="56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44000" y="4031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mkdir(path, mode)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44000" y="4823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rmdir(path)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44000" y="5616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unlink(path)  — ファイル削除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44000" y="6408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rename(old, new)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44000" y="7200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opendir(path) / readdir(dirp)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44000" y="7992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chdir(path)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44000" y="8784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chmod(path, mode) / chown(...)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840000" y="3240000"/>
            <a:ext cx="4860000" cy="72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947999" y="3311999"/>
            <a:ext cx="46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時刻・その他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840000" y="3960000"/>
            <a:ext cx="4860000" cy="489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984000" y="4031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time(&amp;t)  — Unix時刻取得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984000" y="4823999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clock_gettime(clockid, &amp;ts)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84000" y="5616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gettimeofday(&amp;tv, NULL)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984000" y="6408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sleep(sec) / usleep(usec)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984000" y="7200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getenv(name) / setenv(...)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84000" y="7992000"/>
            <a:ext cx="45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getpwuid(uid) — ユーザ情報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000" y="104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POSIXエラー処理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11088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2E"/>
                </a:solidFill>
              </a:rPr>
              <a:t>ほとんどの関数は失敗時に -1 を返し、errno にエラーコードを設定。strerror(errno) で文字列取得。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