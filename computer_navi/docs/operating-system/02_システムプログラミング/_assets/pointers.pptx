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504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ポインタ (Pointers)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79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メモリ上のポインタ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変数 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1999" y="2880000"/>
            <a:ext cx="432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アドレス: 0x1000
値: 42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414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ポインタ 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1999" y="4140000"/>
            <a:ext cx="4320000" cy="792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333333"/>
                </a:solidFill>
              </a:rPr>
              <a:t>アドレス: 0x2000
値: 0x1000  (→ x を指す)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671999" y="3276000"/>
            <a:ext cx="0" cy="1260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000" y="5580000"/>
            <a:ext cx="7200000" cy="90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*p →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1980000"/>
            <a:ext cx="54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演算子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0" y="2772000"/>
            <a:ext cx="1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演算子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36000" y="2772000"/>
            <a:ext cx="21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意味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032000" y="2772000"/>
            <a:ext cx="14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0" y="3600000"/>
            <a:ext cx="180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&amp;x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72000" y="3600000"/>
            <a:ext cx="21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xのアドレス取得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04000" y="360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int *p = &amp;x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4464000"/>
            <a:ext cx="180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*p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72000" y="4464000"/>
            <a:ext cx="21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pが指す値（間接参照）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04000" y="4464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int v = *p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5328000"/>
            <a:ext cx="180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p + 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72000" y="5328000"/>
            <a:ext cx="21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n要素分進んだアドレス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104000" y="5328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*(p+2) == p[2]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0" y="6192000"/>
            <a:ext cx="180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p++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72000" y="6192000"/>
            <a:ext cx="21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1要素分インクリメント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104000" y="6192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配列走査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120000" y="1980000"/>
            <a:ext cx="54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ポインタと配列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120000" y="2880000"/>
            <a:ext cx="54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int a[3] = {10, 20, 30}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120000" y="3780000"/>
            <a:ext cx="1692000" cy="108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a[0]
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884000" y="3780000"/>
            <a:ext cx="1692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a[1]
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648000" y="3780000"/>
            <a:ext cx="1692000" cy="108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a[2]
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20000" y="5040000"/>
            <a:ext cx="5400000" cy="72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 = a  (p は a[0] を指す)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20000" y="5940000"/>
            <a:ext cx="5400000" cy="79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p[1] == *(p+1) == a[1] == 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9000000"/>
            <a:ext cx="198504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使用場面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9828000"/>
            <a:ext cx="4788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動的メモリ管理
malloc/free でヒープを操作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52000" y="9828000"/>
            <a:ext cx="4788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配列操作
ポインタ演算で要素を走査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84000" y="9828000"/>
            <a:ext cx="4788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関数ポインタ
コールバック・イベントハンドラ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15999" y="9828000"/>
            <a:ext cx="4788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FFI
Python/Rust から C ライブラリを呼び出す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