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62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POSIXスレッド（pthreads）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80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POSIX Threads — マルチスレッドプログラミング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</a:rPr>
              <a:t>pthreadsはUnix系OSのスレッド標準API。同一プロセス内で複数の実行単位を並行動作させる。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主要 pthread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888000"/>
            <a:ext cx="3168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999" y="3960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カテゴリ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0000" y="3888000"/>
            <a:ext cx="7128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8000" y="3960000"/>
            <a:ext cx="691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関数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20000" y="3888000"/>
            <a:ext cx="60480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27999" y="3960000"/>
            <a:ext cx="58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説明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4608000"/>
            <a:ext cx="316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999" y="4680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スレッド生成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40000" y="4608000"/>
            <a:ext cx="712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8000" y="4680000"/>
            <a:ext cx="691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pthread_create(t,attr,fn,arg)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520000" y="4608000"/>
            <a:ext cx="604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27999" y="4680000"/>
            <a:ext cx="58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スレッド作成・開始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5328000"/>
            <a:ext cx="316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999" y="5400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スレッド待機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40000" y="5328000"/>
            <a:ext cx="712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48000" y="5400000"/>
            <a:ext cx="691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pthread_join(t, retval)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520000" y="5328000"/>
            <a:ext cx="604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27999" y="5400000"/>
            <a:ext cx="58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スレッド終了を待機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6048000"/>
            <a:ext cx="316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999" y="6120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スレッド終了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40000" y="6048000"/>
            <a:ext cx="712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48000" y="6120000"/>
            <a:ext cx="691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pthread_exit(retval)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520000" y="6048000"/>
            <a:ext cx="604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27999" y="6120000"/>
            <a:ext cx="58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スレッドを終了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000" y="6768000"/>
            <a:ext cx="316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999" y="6840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スレッドID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40000" y="6768000"/>
            <a:ext cx="712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0" y="6840000"/>
            <a:ext cx="691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pthread_self()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520000" y="6768000"/>
            <a:ext cx="604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27999" y="6840000"/>
            <a:ext cx="58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自スレッドIDを返す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0000" y="7488000"/>
            <a:ext cx="316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999" y="7560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Mutex生成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40000" y="7488000"/>
            <a:ext cx="712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48000" y="7560000"/>
            <a:ext cx="691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pthread_mutex_init(&amp;m, attr)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520000" y="7488000"/>
            <a:ext cx="604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27999" y="7560000"/>
            <a:ext cx="58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Mutexを初期化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0000" y="8208000"/>
            <a:ext cx="316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999" y="8280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Mutexロック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40000" y="8208000"/>
            <a:ext cx="712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48000" y="8280000"/>
            <a:ext cx="691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pthread_mutex_lock(&amp;m)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520000" y="8208000"/>
            <a:ext cx="604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627999" y="8280000"/>
            <a:ext cx="58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ロック取得（ブロック）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0000" y="8928000"/>
            <a:ext cx="316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999" y="9000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Mutexロック解除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40000" y="8928000"/>
            <a:ext cx="712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0" y="9000000"/>
            <a:ext cx="691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pthread_mutex_unlock(&amp;m)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520000" y="8928000"/>
            <a:ext cx="604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627999" y="9000000"/>
            <a:ext cx="58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ロック解放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000" y="9648000"/>
            <a:ext cx="316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7999" y="9720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条件変数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40000" y="9648000"/>
            <a:ext cx="712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48000" y="9720000"/>
            <a:ext cx="691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pthread_cond_wait(&amp;c, &amp;m)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520000" y="9648000"/>
            <a:ext cx="604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627999" y="9720000"/>
            <a:ext cx="58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条件変数で待機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0000" y="10368000"/>
            <a:ext cx="316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7999" y="10440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条件変数通知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40000" y="10368000"/>
            <a:ext cx="712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48000" y="10440000"/>
            <a:ext cx="691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pthread_cond_signal(&amp;c)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520000" y="10368000"/>
            <a:ext cx="6048000" cy="7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627999" y="10440000"/>
            <a:ext cx="58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待機スレッドを1つ起こす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0000" y="11088000"/>
            <a:ext cx="316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7999" y="11160000"/>
            <a:ext cx="2951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属性設定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40000" y="11088000"/>
            <a:ext cx="712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48000" y="11160000"/>
            <a:ext cx="691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pthread_attr_setdetachstate()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520000" y="11088000"/>
            <a:ext cx="6048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627999" y="11160000"/>
            <a:ext cx="583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デタッチ状態の設定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0000" y="1170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スレッド vs プロセス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