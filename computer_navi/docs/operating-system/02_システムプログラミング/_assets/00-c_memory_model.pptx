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 言語とメモリモデル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 のメモリはスタック（自動）・ヒープ（手動）・静的（プログラム全体）の3領域に分かれる。各領域の特性を理解することがバグ防止の基礎。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スタック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関数呼び出しで自動確保/解放
ローカル変数・引数を格納
通常8MB上限(ulimit設定)
オーバーフロー→SIGSEGV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ヒープ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malloc/free で手動管理
プロセスの仮想空間全体を利用
フラグメント化の問題
メモリリーク・二重解放に注意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静的領域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グローバル変数・static変数
BSS: 未初期化→ゼロ初期化
データ: 初期化済み変数
テキスト: コード・文字列定数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典型的バグ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バッファオーバーフロー
メモリリーク(free忘れ)
二重解放(ヒープ破壊)
ダングリングポインタ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