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Apache Spark 入門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Apache SparkはHadoop MapReduceの後継として開発された大規模データ処理フレームワーク。インメモリ処理により高速な分散バッチ処理を実現し、SQL・ストリーミング・MLを統一APIで扱える。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Driver + Executor構成
DAG実行エンジン
RDD・DataFrame・Dataset
lazy evaluation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Spark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DataFrameAPIでSQL操作
Catalystオプティマイザ
Parquet/ORC読み書き
Hiveメタストア連携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Spark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マイクロバッチ処理
Structured Streaming
Kafka/Kinesis連携
ウォーターマーク制御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MLlib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分散機械学習
Pipeline API
ALS・GBT・LogReg
ハイパーパラメータ探索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