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OLTP vs OLAP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オンライン取引処理(OLTP)と分析処理(OLAP)は設計目標が根本的に異なる。ワークロードに合わせてDBを使い分ける。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OLTP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短時間のトランザクション処理。高い書き込み頻度・行指向DB・正規化設計・ACID保証が重要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大量データの集計・分析。少数の複雑なクエリ・列指向DB・星型スキーマ・集計が重要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HTAP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OLTPとOLAPを1つのシステムで同時処理。TiDB・SingleStoreなどハイブリッドDBが対応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