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カラム指向ストレージ（Parquet・ORC）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データを列単位で格納するストレージ形式。分析クエリで必要な列のみ読み込み圧縮効率が高い。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列指向の利点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集計クエリは少数の列にアクセス。不要な列を読まずI/Oを大幅削減。圧縮率も高い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Parquet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Apache 標準の列指向フォーマット。辞書符号化・RLEで高圧縮。Spark・Hiveで広く使用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ORC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Hive最適化形式。ストライプ・インデックス・ブルームフィルタで効率的なスキップが可能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