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データレイクとデータレイクハウス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生データを大規模に蓄積するデータレイクと、DWHのクエリ性能を組み合わせたデータレイクハウスの概念。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データレイク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S3・GCS・ADLSに生データ(CSV・JSON・Parquet)を格納。スキーマオンリード・低コスト大容量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データウェアハウス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構造化・集計済みデータを格納。スキーマオンライト・高速クエリ・有償クラウドDWH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データレイクハウス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Delta Lake・Apache Iceberg・Hudi がレイク上にDWH機能(ACID・スキーマ管理・時間旅行)を追加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