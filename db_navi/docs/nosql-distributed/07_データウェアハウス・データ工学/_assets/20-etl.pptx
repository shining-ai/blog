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ETL パイプラインの設計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Extract(抽出)・Transform(変換)・Load(ロード)の処理フロー。モダンデータスタックではELT パターンも主流。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ソースシステム(RDBMS・API・ファイル)からデータを抽出。増分抽出・変更データキャプチャ(CDC)で効率化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クレンジング・型変換・正規化・集計・ルックアップ結合。dbt・Spark・Airflowで実装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データウェアハウスへのロード。フルロードと増分ロード。SCD(緩やかに変化するディメンション)の扱い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ELT パターン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データウェアハウスに先にロードして内部でSQLで変換。BigQuery・Snowflake・Redshiftで一般化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