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スタースキーマとスノーフレークスキーマ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データウェアハウスのディメンション設計手法。ファクトテーブルを中心にディメンションを配置する。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スタースキーマ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ファクトテーブル(売上など)と非正規化ディメンション(日付・商品・顧客)。JOINが少なく高速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スノーフレークスキーマ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ディメンションを正規化した拡張。ストレージ節約だが JOINが増加してクエリ複雑化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ファクトテーブル設計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外部キー集合 + メトリクス(数量・金額)。粒度を統一し1行が1トランザクションを表すよう設計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