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CAP 定理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分散システムは一貫性(C)・可用性(A)・分断耐性(P)の3つを同時に満たせないという定理。PAまたはCPの選択が必要。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一貫性(Consistency)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全ノードが同じデータを返す。読み取りは最新の書き込みを反映。強一貫性と結果整合性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可用性(Availability)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全リクエストに対してノードが応答する(エラーなし)。レスポンスの最新性は保証しない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分断耐性(Partition Tolerance)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ネットワーク分断が発生してもシステムが動作を継続。実際の分散システムでは必須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CP vs 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ZooKeeper・HBase はCP(一貫性優先)。Cassandra・DynamoDBはAP(可用性優先)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