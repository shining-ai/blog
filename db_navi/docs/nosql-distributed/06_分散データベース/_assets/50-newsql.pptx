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NewSQL（CockroachDB・Spanner）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RDBの強整合性とNoSQLの水平スケールを両立させた次世代データベース。Raft/Paxos コンセンサスで分散を実現。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Google Spanner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TrueTimeで厳密なタイムスタンプを実現。グローバル分散でACIDを保証。Externally Consistent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CockroachDB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PostgreSQL互換のOSS NewSQL。Raftで一貫性を保証。地理分散・自動シャーディング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分散SQL実行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クエリを全シャードで分散実行しマージ。ランク付け・集計も分散してスケールアウト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