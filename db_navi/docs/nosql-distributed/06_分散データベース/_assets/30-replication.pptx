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レプリケーション（同期・非同期）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データを複数ノードにコピーして可用性・読み取りスケールを向上させる技術。同期と非同期でトレードオフがある。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同期レプリケーション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全レプリカへの書き込み完了を待ってコミット。強一貫性保証だが遅延増・可用性低下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非同期レプリケーション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プライマリの書き込み後に非同期でレプリカへ転送。低遅延だがフェイルオーバー時にデータ損失可能性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マルチマスター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複数ノードで書き込み受け付け。競合解決(Last-Write-Wins・CRDTなど)が必要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