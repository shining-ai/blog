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結果整合性と強整合性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分散システムにおけるデータ整合性モデル。強整合性は常に最新データを保証、結果整合性は最終的に一致することを保証。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強整合性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全ての読み取りが最新の書き込みを返す。分散システムでは高コスト・高遅延。Paxos/Raftで実現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結果整合性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しばらく経てば全レプリカが一致する。高可用性・低遅延だが一時的に古いデータを返す可能性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単調読み取り一貫性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クライアントは一度読んだデータより古いデータを読まない。スティッキーセッションで実現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