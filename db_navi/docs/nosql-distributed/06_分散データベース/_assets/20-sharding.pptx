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シャーディング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データを複数ノードに分散して水平スケールを実現する手法。シャードキーの選択がパフォーマンスの鍵となる。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レンジシャーディング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キー値の範囲でシャードを分割。ホットスポットが発生しやすい。範囲スキャンが効率的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ハッシュシャーディング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キーのハッシュ値でシャードを決定。均一分散だが範囲クエリが非効率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ディレクトリシャーディング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ルックアップテーブルでキー→シャードをマッピング。柔軟だがルックアップがボトルネック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リシャーディング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データ増加時にシャード分割。一貫性ハッシュでリシャーディング時の移動データを最小化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