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分散トランザクション（2フェーズコミット）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複数ノードにまたがるトランザクションのACIDを保証する2PC プロトコルとその課題。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2フェーズコミット(2PC)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準備フェーズ: 全参加者にコミット可否を確認。コミットフェーズ: 全員OKなら一斉コミット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コーディネータ障害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コーディネータが障害するとトランザクションがブロック。3PCやPaxosで改善を試みる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Saga パターン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マイクロサービスで2PCの代わりに使用。補償トランザクションで結果整合性を保証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