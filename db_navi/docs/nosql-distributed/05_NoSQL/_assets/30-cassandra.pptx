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ワイドカラムストア（Cassandra）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線形スケーラビリティと高可用性を持つ分散データベース。マスターレスアーキテクチャで単一障害点がない。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パーティションキー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データをリングトポロジで分散。パーティションキーのハッシュ値でノードを決定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クラスタリングキー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パーティション内のデータをソート・範囲検索可能に。複合主キー = パーティション+クラスタリング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結果整合性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チューナブル整合性。ConsistencyLevel(ONE/QUORUM/ALL)で読み書きの整合性を調整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時系列・書き込み強み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SSTable + LSMツリーで高速書き込み。時系列データ・ログ・IoT データに最適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