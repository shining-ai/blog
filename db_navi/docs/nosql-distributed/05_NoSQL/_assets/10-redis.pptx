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キーバリューストア（Redis）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インメモリデータ構造サーバ。文字列・リスト・ハッシュ・セット・ソート済みセットなど豊富なデータ型を提供。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データ構造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String・List・Hash・Set・SortedSet(ZSet)・HyperLogLog・Stream。用途に応じて選択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永続化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RDB(スナップショット)とAOF(追記ログ)の2方式。組み合わせで耐久性とパフォーマンスのバランス調整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高可用性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Sentinel でマスター監視・自動フェイルオーバー。Redis Cluster でシャーディング+レプリケーション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セッション管理・キャッシュ・分散ロック・pub/sub・リーダーボード・レートリミット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