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全文検索エンジン（Elasticsearch）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Apache Lucene ベースの分散全文検索エンジン。転置インデックスで高速検索・集計・ログ分析を実現。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転置インデックス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単語→ドキュメントIDのマッピング。TF-IDFやBM25でスコアリングして関連度でランキング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分散アーキテクチャ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インデックスをシャード分割・レプリカで冗長化。水平スケールで大規模データに対応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Terms・Histogram・Date Histogram など SQL GROUP BY相当の集計をリアルタイムに実行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ELKスタック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Elasticsearch+Logstash+Kibana でログ分析基盤。Beatsで各種ログを収集・可視化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