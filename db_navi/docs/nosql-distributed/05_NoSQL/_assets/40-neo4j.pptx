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グラフDB（Neo4j）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ノードとエッジ(リレーションシップ)でデータをグラフとして表現。Cypher クエリで複雑な関係をシンプルに記述。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グラフデータモデル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ノード(エンティティ)・リレーションシップ(有向辺)・プロパティで関係を直接表現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Cypher クエリ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MATCH (p:Person)-[:KNOWS]-&gt;(f:Person) WHERE... RETURN。視覚的でSQL より直感的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グラフアルゴリズム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最短経路・PageRank・コミュニティ検出などNeo4j GDSライブラリで提供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