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ドキュメントDB（MongoDB）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BSONドキュメントを格納するドキュメント指向DB。スキーマレス・集約パイプライン・地理空間検索が特徴。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ドキュメントモデル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コレクション内にBSONドキュメントを格納。ネスト・配列で複雑な構造を1ドキュメントに収納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集約パイプライン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$match・$group・$project・$lookupなどのステージを連結。SQLのGROUP BYに相当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インデックス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単一フィールド・複合・地理空間(2dsphere)・全文検索インデックスをサポート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レプリカセット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Primary+Secondaryの構成。Primary障害時にSecondaryが自動昇格。書き込み懸念(w)で耐久性調整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