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NoSQLの分類と使い分け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RDB 以外のデータストアの総称。スキーマ柔軟性・水平スケール・高可用性を重視し用途別に最適化されている。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キーバリューストア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単純なKVマッピング。Redis・DynamoDB。超高速アクセス・セッション管理・キャッシュ向き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ドキュメントDB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JSON/BSONドキュメント。MongoDB・Couchbase。スキーマ柔軟・ネスト構造が扱いやすい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ワイドカラム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行キー・カラムファミリ構造。Cassandra・HBase。大量書き込み・時系列データに強い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グラフDB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ノードとエッジで関係を表現。Neo4j。SNS・レコメンド・不正検出の関係分析に適する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