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時系列DB（InfluxDB・TimescaleDB）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タイムスタンプ付きデータを効率的に格納・圧縮・クエリするために最適化されたデータベース。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時系列データの特性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高頻度・追記中心・古いデータは低精度に圧縮・ダウンサンプリングが一般的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InfluxDB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専用時系列DB。Flux/InfluxQL で時間窓集計が得意。タグによる多次元インデックス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TimescaleDB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PostgreSQL 拡張。hypertable で自動パーティショニング。既存SQLスキルを活用可能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