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インデックス設計の考え方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クエリ性能を大幅に向上させるインデックスの設計原則。選択性・カバリング・複合インデックスの順序が重要。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選択性(Selectivity)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インデックスの効果はカラムの値の多様性に比例。性別(低)より主キー(高)がインデックス向き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複合インデックス順序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WHERE・JOIN・ORDER BYのカラムを先頭に。左端プレフィックス原則を理解して設計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カバリングインデックス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クエリで使用する全列をインデックスに含める。テーブルアクセス(Index Only Scan)を不要に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インデックスの副作用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INSERT/UPDATE/DELETE でインデックスも更新。不要なインデックスは書き込み性能を低下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