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BCNF・第 4 正規形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3NF を超えた高次の正規化。BCNFは全ての関数従属で決定項が候補キー。4NFは多値従属を排除する。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BCNF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全ての非自明な関数従属 X→Y で X が候補キー。3NF より厳格で異常を確実に除去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多値従属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X →→ Y: Xの値が複数のYの値集合を決定。M:N関係を1つのテーブルに収めると発生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第4正規形(4NF)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BCNF かつ非自明な多値従属がない。M:N関係を別テーブルに分解して達成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