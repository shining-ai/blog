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第 1〜第 3 正規形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データの冗長性と更新異常を排除するための正規化理論。1NF→2NF→3NF の段階的な依存関係の整理。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第1正規形(1NF)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繰り返しグループ・複合値を排除し各セルが原子値。主キーを明確に定義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第2正規形(2NF)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1NF かつ非キー属性が主キーに完全関数従属。複合主キーの部分従属を分解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第3正規形(3NF)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2NF かつ非キー属性間の推移関数従属を排除。注文者と住所を別テーブルに分離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