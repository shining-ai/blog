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ER 図の書き方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エンティティ・リレーションシップ図でデータモデルを視覚化。エンティティ・属性・関係とカーディナリティを表現する。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エンティティと属性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矩形がエンティティ、楕円が属性、下線が主キー属性。弱エンティティは二重矩形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関係とカーディナリティ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1:1・1:N・M:N の関係を記述。クロウズフット記法が実務では主流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論理→物理設計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ER図(概念)→正規化(論理)→テーブル定義(物理)の流れでDB設計を進める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