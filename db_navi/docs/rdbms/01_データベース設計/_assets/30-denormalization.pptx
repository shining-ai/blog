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非正規化と設計のトレードオフ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正規化によりJOINが増加しパフォーマンスが低下する場合、意図的に冗長性を持たせる非正規化を検討する。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非正規化の動機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頻繁なJOINによる性能問題。集計値の事前計算。レポート用テーブルの作成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代表的な手法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列の複製・集計列の追加・テーブルの結合・配列/JSON型での1テーブル収納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トレードオフ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書き込み時の二重管理・データ不整合リスク。読み取り頻度が書き込みを大幅に超える場合に有効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