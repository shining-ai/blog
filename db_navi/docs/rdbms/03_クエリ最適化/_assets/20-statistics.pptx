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統計情報とヒストグラム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オプティマイザが使用するテーブル・インデックスの統計情報。ANALYZE で収集しヒストグラムで分布を記録する。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統計情報の種類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行数・ページ数・ユニーク値数(ndistinct)・NULL率・ヒストグラム。pg_statisticに格納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ヒストグラム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列値の分布をバケット分割で近似。偏ったデータ分布でも正確なカーディナリティ推定が可能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自動 ANALYZE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PostgreSQL はautovacuumで自動的にANALYZEを実行。大量更新後は手動ANALYZEを推奨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