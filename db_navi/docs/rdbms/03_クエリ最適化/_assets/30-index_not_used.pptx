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インデックスが使われない原因と対策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インデックスを作成しても使われないパターンを理解することで効果的なSQL を書ける。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関数・型変換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WHERE YEAR(created_at)=2024 や WHERE id='123' は暗黙変換でインデックス無効化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低選択性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性別・フラグなど値の種類が少ない列はSeq Scanのほうが効率的とオプティマイザが判断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LIKE の前方一致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LIKE 'abc%' はインデックス使用可。LIKE '%abc' は前方不明でインデックス不使用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OR条件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OR で複数カラムを条件指定するとインデックスが使えないケースあり。IN や UNION に変換を検討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