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クエリオプティマイザの仕組み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SQLを最も効率的な実行計画に変換する DBMSの中核コンポーネント。統計情報に基づいてコストを見積もり最適化する。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パーサ・リライタ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SQLをASTに解析し、ビュー展開・サブクエリ変換などを実施して論理クエリを最適化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コストベース最適化(CBO)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統計情報(テーブル行数・列のカーディナリティ)からI/Oコストを見積もり最小プランを選択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実行計画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Seq Scan・Index Scan・Nested Loop・Hash Join・Sort などの操作ノードのツリー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