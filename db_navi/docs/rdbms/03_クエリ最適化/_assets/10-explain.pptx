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実行計画の読み方（EXPLAIN）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EXPLAINコマンドでクエリの実行計画を確認。コスト・行数見積もり・操作種別から性能ボトルネックを特定する。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EXPLAIN 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EXPLAIN SELECT... で計画ツリーを表示。EXPLAIN ANALYZE で実際の実行時間も計測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Seq Scan vs Index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Seq Scanはフルスキャン、Index Scanはインデックス経由。少数行取得はIndex Scanが有利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Nested Loop vs Hash 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Nested Loop: 小テーブル向き。Hash Join: 大テーブル等値結合向き。プランナが選択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Rows 見積もり誤差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統計が古いと行数見積もりが大幅にずれる。ANALYZE で統計更新して精度を改善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