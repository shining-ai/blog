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複合インデックスとカバリングインデックス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複数列を組み合わせたインデックス設計。左端プレフィックス原則とカバリングでクエリ性能を最大化する。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左端プレフィックス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(A,B,C)インデックスは A・(A,B)・(A,B,C)の検索で使用可。B単独では不使用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カラム順序の最適化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等値条件カラムを先頭に、範囲条件を後ろに配置。ORDER BY列も考慮した設計が重要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カバリングインデックス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SELECTする全列をインデックスに含める。テーブル本体へのアクセスを排除し大幅高速化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