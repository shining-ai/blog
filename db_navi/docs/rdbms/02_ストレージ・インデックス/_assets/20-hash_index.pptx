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ハッシュインデックス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ハッシュ関数でキーをバケットにマッピングするインデックス。等値検索はO(1)だが範囲検索は不可。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等値検索の高速化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ハッシュ値でバケットを直接アクセス。O(1)の等値検索。= 演算子のみに有効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範囲検索不可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ハッシュ後のデータは順序なし。BETWEEN・&lt;・&gt;・ORDER BY にはB+木インデックスが必要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衝突への対処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チェイン法(連結リスト)やオープンアドレッシング。負荷率を管理して再ハッシュを実施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