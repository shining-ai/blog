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全文検索インデックス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テキストデータのキーワード検索を高速化する転置インデックス。形態素解析やTF-IDF でランキングも実現。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転置インデックス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単語→(文書ID, 位置)のマッピング。LIKE '%keyword%' より格段に高速な全文検索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形態素解析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日本語を単語(形態素)に分割。MeCab/KuromojによりDBMS の全文検索精度を向上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PostgreSQL FTS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tsvector・tsqueryで全文検索。GINインデックスと組み合わせて高速化。tf-idfランキング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Elasticsearch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専用の分散全文検索エンジン。DBのデータを同期して高度な検索・集計・ファセット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