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216000"/>
            <a:ext cx="2052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ディスク I/O とストレージエンジン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1440000"/>
            <a:ext cx="20520000" cy="126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548000"/>
            <a:ext cx="20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2020"/>
                </a:solidFill>
              </a:rPr>
              <a:t>DBMSの性能はI/O効率に大きく依存する。ストレージエンジンは物理的なデータ格納方式を実装する。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2880000"/>
            <a:ext cx="6360000" cy="720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ページ/ブロック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DBMSはデータをページ(4〜16KB)単位で読み書き。ランダムI/OよりシーケンシャルI/Oが高速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80000" y="2880000"/>
            <a:ext cx="6360000" cy="7200000"/>
          </a:xfrm>
          <a:prstGeom prst="rect">
            <a:avLst/>
          </a:prstGeom>
          <a:solidFill>
            <a:srgbClr val="015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InnoDB vs MyISAM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InnoDBはトランザクション・MVCC・外部キー対応。MyISAMは全文検索特化で現在は非推奨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800000" y="2880000"/>
            <a:ext cx="6360000" cy="7200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0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バッファプール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0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頻繁にアクセスされるページをメモリキャッシュ。ヒット率を高めてディスクI/Oを削減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