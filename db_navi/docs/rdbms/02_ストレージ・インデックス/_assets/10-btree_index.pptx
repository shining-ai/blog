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B木とB+木インデックス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データベースで最も広く使われるインデックス構造。B+木では全データが葉ノードに格納され範囲検索が効率的。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B木の特性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バランス木で全葉ノードの深さが均等。挿入・削除・検索が O(log N)。高い分岐数でI/O最小化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B+木の特性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中間ノードはキーのみ保持、データは葉ノードに格納。葉ノードは連結リストでスキャンが高速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クラスタードインデックス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主キーでデータを物理的に並べる。InnoDBでは主キー = クラスタードインデックス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