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ビュー・マテリアライズドビュー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SELECT文に名前を付けて仮想テーブルとして扱うオブジェクト。マテリアライズドビューは結果を物理的に保存して高速化。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仮想テーブル。クエリ実行時にSELECT が動的実行される。アクセス制御・複雑クエリの簡素化に有効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更新可能ビュー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単一テーブル・集計なし・DISTINCTなしのビューはINSERT/UPDATE/DELETE が可能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マテリアライズドビュー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集計結果を物理保存。REFRESH で更新。OLAP クエリの高速化に有効だがストレージ消費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