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サブクエリと CTE（WITH 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クエリの中に別のクエリを埋め込む技術。CTE(WITH句)は可読性を高め再帰クエリにも対応する。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スカラーサブクエリ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SELECT 句に単一値を返すサブクエリ。相関サブクエリは外部クエリの行ごとに実行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EXISTS・IN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EXISTS はサブクエリの行存在確認。IN は値リストとの一致確認。大量データはEXISTSが有利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CTE (WITH 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名前付き一時結果セット。複雑なクエリを分解して可読性向上。RECURSIVE で再帰クエリも可能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