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関係代数（射影・選択・結合・直積）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リレーショナルモデルの数学的基盤。射影・選択・結合・和・積・差などの演算がSQLの理論的基礎となる。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射影(π)・選択(σ)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射影: 列を選択(SELECT 列名)。選択: 行をフィルタ(WHERE 条件)。SQLの基本操作に対応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自然結合・デカルト積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デカルト積(×): 全組み合わせ。自然結合: 同名列で等値結合して重複列を除去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集合演算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和(UNION)・差(EXCEPT)・積(INTERSECT)。UNION ALLは重複を除かず全行を返す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