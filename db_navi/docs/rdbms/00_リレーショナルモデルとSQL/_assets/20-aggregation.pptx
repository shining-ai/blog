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集計（GROUP BY・HAVING・ウィンドウ関数）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データをグループ化して集計関数で分析する。GROUP BY でグループ分け、HAVING でグループ条件、ウィンドウ関数で行ごとに集計。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集計関数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COUNT・SUM・AVG・MAX・MIN。GROUP BY で列の値が同じ行をまとめて集計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HAVING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GROUP BY 後のグループに対する条件。WHERE は集計前の行フィルタ、HAVINGは集計後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ウィンドウ関数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ROW_NUMBER・RANK・SUM OVER・LAG/LEAD。グループ化せず行ごとに集計値を付与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