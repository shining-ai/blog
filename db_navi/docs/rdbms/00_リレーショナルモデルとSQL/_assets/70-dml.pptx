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DML（INSERT・UPDATE・DELETE）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データ操作言語でレコードを追加・更新・削除する。トランザクション内で実行しACID特性を活用することが重要。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INSERT INTO 表(列...) VALUES(値...) または SELECT FROM。UPSERT はON CONFLICT DO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UPDATE 表 SET 列=値 WHERE 条件。WHERE省略で全行更新(危険)。JOIN UPDATE も可能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DELETE vs TRUNCATE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DELETE は条件指定・ログ記録あり・遅い。TRUNCATE は全行削除・高速・ログ少・ロールバック不可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