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結合（JOIN）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複数テーブルを関連付けてデータを取得する結合操作。結合種類(INNER/LEFT/RIGHT/FULL/CROSS)と結合条件の理解が重要。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INNER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両テーブルに一致する行のみ取得。最も一般的な結合。ON句で結合条件を指定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LEFT/RIGHT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基準テーブルの全行 + 一致する相手テーブル行。一致しない場合はNULL で補完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CROSS 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デカルト積(全組み合わせ)。N×M行を生成。条件を指定しない場合は意図せず生成されることも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結合順序最適化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オプティマイザが最適な結合順・アルゴリズム(Nested Loop・Hash Join・Merge Join)を選択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