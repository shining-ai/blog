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リレーショナルモデルの基礎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Codd が1970年に提唱した数学的データモデル。データを表(リレーション)で表し集合論・述語論理で操作する。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リレーション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行(タプル)と列(属性)からなる2次元表。各タプルを一意識別する主キーを持つ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完全性制約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主キー制約・外部キー制約・NOT NULL・UNIQUE でデータ一貫性を自動維持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データ独立性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物理格納方式を意識せず論理的に操作できる抽象化。スキーマ変更の影響を局所化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