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DDL（CREATE・ALTER・DROP）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データ定義言語でスキーマを操作する。テーブル・インデックス・制約の作成・変更・削除を行う。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CREATE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列定義・データ型・制約(PRIMARY KEY/FOREIGN KEY/NOT NULL/UNIQUE/CHECK)を指定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ALTER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列の追加・変更・削除、制約の追加・削除。本番環境では排他ロックに注意が必要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マイグレーション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Flyway・Liquibase・Alembicでスキーマ変更を管理。バージョン管理してチームで共有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