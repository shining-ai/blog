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SQL 入門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リレーショナルデータベースを操作する標準言語。SELECT/INSERT/UPDATE/DELETE の基本操作を習得する。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SELECT 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SELECT 列 FROM 表 WHERE 条件 ORDER BY 列 LIMIT N。列や式を射影し行を選択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WHERE 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比較演算子・BETWEEN・IN・LIKE・IS NULL で行をフィルタ。インデックス活用が重要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結合(JOIN)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複数テーブルを結合。INNER JOIN は一致行のみ、LEFT JOIN は左テーブル全行を保持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トランザクション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BEGIN〜COMMIT/ROLLBACK で複数操作をまとめてACID保証。部分的な更新を防止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