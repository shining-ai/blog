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ACID特性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トランザクションが満たすべき4つの性質。原子性・一貫性・独立性・永続性の組み合わせでデータ整合性を保証する。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原子性(Atomicity)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トランザクション内の全操作は全完了か全取り消し。部分的な更新状態になることはない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一貫性(Consistency)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トランザクション前後でデータが制約を満たす整合状態を維持。アプリケーション側の責任も含む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独立性(Isolation)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並行トランザクションが互いに干渉しない。分離レベルによってトレードオフを調整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永続性(Durability)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コミット済みのデータはシステム障害後も失われない。WALでログを先行書き込みして保証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