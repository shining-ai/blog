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ロック（共有ロック・排他ロック・デッドロック）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並行アクセスを制御するためのロック機構。共有ロック(読み取り)と排他ロック(書き込み)でデータ保護する。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共有ロック(S)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読み取り時に取得。他のSロックと両立するが、Xロックとは排他。SELECT...FOR SHAREで明示取得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排他ロック(X)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書き込み時に取得。他のいかなるロックとも両立しない。SELECT...FOR UPDATE で明示取得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デッドロック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トランザクションAがリソース1保持→リソース2待機、BがリソースA待機→循環待機。DBMSが検知してロールバック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ロック粒度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テーブルロック・行ロック・ページロック。粒度が細かいほど並行性高・オーバーヘッド増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