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トランザクション分離レベル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並行トランザクション間の干渉レベルを定義する。レベルが高いほど整合性が高まるが並行性は低下する。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351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READ UNCOMMITTED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コミット前のダーティデータを読める(ダーティリード)。整合性最低・パフォーマンス最高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351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READ COMMITTED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コミット済みのデータのみ読める。ノンリピータブルリードは許容。PostgreSQLのデフォルト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351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REPEATABLE READ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同一トランザクション内で同じ行を読むと同じ結果。ファントムリードが発生しうる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0000" y="6570000"/>
            <a:ext cx="6360000" cy="35100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0000" y="667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SERIALIZABLE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000" y="7218000"/>
            <a:ext cx="6360000" cy="2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完全な直列実行と等価。ファントムリードも防止。ロック/楽観的同時実行制御で実現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