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WAL（Write-Ahead Logging）とリカバリ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変更をデータファイルに書き込む前にログを先行書き込みする手法。クラッシュリカバリと耐久性保証の基盤。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先行書き込きの原則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データページ更新前に必ずWALログを永続化。ログがあれば未適用の変更をRedoできる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チェックポイント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定期的にダーティページをディスクに書き出す。リカバリ開始点を設定し復旧時間を短縮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クラッシュリカバリ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Redo: チェックポイント後のコミット済み操作を再適用。Undo: 未コミット操作を取り消し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論理レプリケーション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WALログをスタンバイに転送してデータを複製。PostgreSQLのWAL SenderとStreaming Replication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