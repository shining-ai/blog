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二分探索の応用（答えで二分探索）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「答えを仮定して判定する」発想で最適化問題を解く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A1A2E"/>
                </a:solidFill>
              </a:rPr>
              <a:t>「条件を満たす最小の x」を求める問題で、x について二分探索し条件の境界を O(log N) で発見する。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適用条件：単調性（条件の境界が一箇所）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19800000" cy="14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000" y="4140000"/>
            <a:ext cx="9360000" cy="90000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000" y="4320000"/>
            <a:ext cx="86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False  False  False  False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60000" y="4140000"/>
            <a:ext cx="9360000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20000" y="4320000"/>
            <a:ext cx="86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True  True  True 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5040000"/>
            <a:ext cx="194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13CA6"/>
                </a:solidFill>
              </a:rPr>
              <a:t>↑ この境界を二分探索で O(log N) に見つける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5832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テンプレート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6443999"/>
            <a:ext cx="19800000" cy="18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000" y="6480000"/>
            <a:ext cx="19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def binary_search_answer(lo, hi, is_ok):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6775200"/>
            <a:ext cx="19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  while lo &lt; hi: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00" y="7070400"/>
            <a:ext cx="19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      mid = (lo + hi) //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00" y="7365600"/>
            <a:ext cx="19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13CA6"/>
                </a:solidFill>
              </a:rPr>
              <a:t>        if is_ok(mid):  hi = mid      # True → 左へ絞る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000" y="7660800"/>
            <a:ext cx="19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        else:           lo = mid + 1  # False → 右へ絞る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000" y="7956000"/>
            <a:ext cx="19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050"/>
                </a:solidFill>
              </a:rPr>
              <a:t>    return lo  # 条件を満たす最小値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846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典型問題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9108000"/>
            <a:ext cx="486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999" y="9144000"/>
            <a:ext cx="46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荷物の輸送
（最小積載量）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10188000"/>
            <a:ext cx="486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999" y="10260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capacity で輸送できるか判定
→ capacity を二分探索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000" y="9108000"/>
            <a:ext cx="486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68000" y="9144000"/>
            <a:ext cx="46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牛の配置
（最大の最小距離）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0188000"/>
            <a:ext cx="486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68000" y="10260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min_dist で M 頭置けるか判定
→ min_dist を二分探索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00000" y="9108000"/>
            <a:ext cx="486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08000" y="9144000"/>
            <a:ext cx="46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K番目の要素
（ソートなし）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00000" y="10188000"/>
            <a:ext cx="486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08000" y="10260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x 以下の要素が K 個以上あるか
→ x を二分探索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840000" y="9108000"/>
            <a:ext cx="486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947999" y="9144000"/>
            <a:ext cx="468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最適パラメータ
（実数探索）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840000" y="10188000"/>
            <a:ext cx="4860000" cy="16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947999" y="10260000"/>
            <a:ext cx="46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精度 1e-9 まで lo&lt;hi を繰り返す
→ 浮動小数点二分探索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