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バックトラッキング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Backtracking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520000"/>
            <a:ext cx="1908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13CA6"/>
                </a:solidFill>
              </a:rPr>
              <a:t>解候補を段階的に構築 ＋ 制約違反で即座に枝刈り（Pruning）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671999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決定木（Decision Tree）と枝刈り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0" y="4320000"/>
            <a:ext cx="1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Root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0000" y="5400000"/>
            <a:ext cx="14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0" y="5400000"/>
            <a:ext cx="1440000" cy="64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606060"/>
                </a:solidFill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60000" y="5400000"/>
            <a:ext cx="14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6480000"/>
            <a:ext cx="1440000" cy="64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0" y="6480000"/>
            <a:ext cx="144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60000" y="6480000"/>
            <a:ext cx="1440000" cy="64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40000" y="6480000"/>
            <a:ext cx="144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G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700000" y="4968000"/>
            <a:ext cx="3780000" cy="432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300000" y="4968000"/>
            <a:ext cx="180000" cy="432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80000" y="4968000"/>
            <a:ext cx="3420000" cy="432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00000" y="6048000"/>
            <a:ext cx="900000" cy="432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00000" y="6048000"/>
            <a:ext cx="900000" cy="432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000000" y="6048000"/>
            <a:ext cx="900000" cy="432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00000" y="6048000"/>
            <a:ext cx="1080000" cy="432000"/>
          </a:xfrm>
          <a:prstGeom prst="bentConnector3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00000" y="7272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0000"/>
                </a:solidFill>
              </a:rPr>
              <a:t>× 制約違反
→ バックトラック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0000" y="7272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0000"/>
                </a:solidFill>
              </a:rPr>
              <a:t>× 制約違反
→ バックトラック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0" y="727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050"/>
                </a:solidFill>
              </a:rPr>
              <a:t>○ 有効
→ 続行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0000" y="727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050"/>
                </a:solidFill>
              </a:rPr>
              <a:t>○ 有効
→ 続行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" y="84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アルゴリズムの流れ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" y="9180000"/>
            <a:ext cx="21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000" y="979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</a:rPr>
              <a:t>候補を選択
（DFS）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12000" y="9432000"/>
            <a:ext cx="2736000" cy="0"/>
          </a:xfrm>
          <a:prstGeom prst="bentConnector3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120000" y="9180000"/>
            <a:ext cx="21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0000" y="979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</a:rPr>
              <a:t>制約を
チェック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52000" y="9432000"/>
            <a:ext cx="2736000" cy="0"/>
          </a:xfrm>
          <a:prstGeom prst="bentConnector3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160000" y="9180000"/>
            <a:ext cx="21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0" y="979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</a:rPr>
              <a:t>違反なら
バックトラック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392000" y="9432000"/>
            <a:ext cx="2736000" cy="0"/>
          </a:xfrm>
          <a:prstGeom prst="bentConnector3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6200000" y="9180000"/>
            <a:ext cx="21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00000" y="9792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</a:rPr>
              <a:t>全解を
列挙/探索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60000" y="36719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代表的な問題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960000" y="4320000"/>
            <a:ext cx="504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N クイーン問題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180000" y="4356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配置の制約充足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60000" y="5327999"/>
            <a:ext cx="504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数独ソルバー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80000" y="5363999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数字の制約充足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960000" y="6335998"/>
            <a:ext cx="504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部分和問題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180000" y="6371998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合計の制約充足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960000" y="7343997"/>
            <a:ext cx="504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ハミルトン路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180000" y="7379997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訪問順の制約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960000" y="8351996"/>
            <a:ext cx="504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グラフ彩色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80000" y="8387996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隣接色の制約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960000" y="9900000"/>
            <a:ext cx="7200000" cy="7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枝刈りで指数時間を実用的な速度に短縮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