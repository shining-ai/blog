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80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しゃくとり法（Two Pointers）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9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2つのポインタで条件を満たす区間を O(n) で全列挙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1A1A2E"/>
                </a:solidFill>
              </a:rPr>
              <a:t>左端 l を右に動かすと右端 r も右にしか動かない（単調性）を利用し、l と r の移動を合計 O(n) に抑える。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アルゴリズムの動き（合計 ≦ K の最大区間）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888000"/>
            <a:ext cx="216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999" y="3996000"/>
            <a:ext cx="19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999" y="4860000"/>
            <a:ext cx="194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51999" y="3888000"/>
            <a:ext cx="216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0000" y="3996000"/>
            <a:ext cx="19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0000" y="4860000"/>
            <a:ext cx="194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84000" y="3888000"/>
            <a:ext cx="216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92000" y="3996000"/>
            <a:ext cx="19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2000" y="4860000"/>
            <a:ext cx="194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16000" y="3888000"/>
            <a:ext cx="216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4000" y="3996000"/>
            <a:ext cx="19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4000" y="4860000"/>
            <a:ext cx="194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8000" y="3888000"/>
            <a:ext cx="216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6000" y="3996000"/>
            <a:ext cx="19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000" y="4860000"/>
            <a:ext cx="194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0000" y="3888000"/>
            <a:ext cx="216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987999" y="3996000"/>
            <a:ext cx="19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87999" y="4860000"/>
            <a:ext cx="194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112000" y="3888000"/>
            <a:ext cx="216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20000" y="3996000"/>
            <a:ext cx="19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20000" y="4860000"/>
            <a:ext cx="194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344000" y="3888000"/>
            <a:ext cx="216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1999" y="3996000"/>
            <a:ext cx="19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1999" y="4860000"/>
            <a:ext cx="194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999" y="5364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0000" y="5364000"/>
            <a:ext cx="12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</a:rPr>
              <a:t>r は条件を満たす間右へ 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" y="6192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アルゴリズムの手順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0000" y="6840000"/>
            <a:ext cx="5040000" cy="97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999" y="7020000"/>
            <a:ext cx="48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① 初期化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0000" y="6840000"/>
            <a:ext cx="14400000" cy="97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48000" y="7056000"/>
            <a:ext cx="142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l=0, r=0, total=0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0000" y="7920000"/>
            <a:ext cx="5040000" cy="97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999" y="8100000"/>
            <a:ext cx="48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② r を伸ばす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0000" y="7920000"/>
            <a:ext cx="14400000" cy="97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48000" y="8136000"/>
            <a:ext cx="142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条件を満たす間 total += arr[r]; r++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0000" y="9000000"/>
            <a:ext cx="5040000" cy="97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999" y="9180000"/>
            <a:ext cx="48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③ 集計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0000" y="9000000"/>
            <a:ext cx="14400000" cy="97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48000" y="9216000"/>
            <a:ext cx="142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[l, r-1] が最大の条件を満たす区間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0000" y="10080000"/>
            <a:ext cx="5040000" cy="97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999" y="10260000"/>
            <a:ext cx="48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</a:rPr>
              <a:t>④ l を縮める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0000" y="10080000"/>
            <a:ext cx="14400000" cy="97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48000" y="10296000"/>
            <a:ext cx="142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total -= arr[l]; l++  → ② 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0000" y="11232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計算量: O(n)   —   l と r はそれぞれ最大 n 回移動するだけ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0000" y="11700000"/>
            <a:ext cx="19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適用条件: 区間を縮めても条件が壊れない（単調性）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