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桁 DP（Digit DP）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0 以上 N 以下の整数のうち条件を満たすものを数える 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数を上の桁から順に決めていき、「上限 N を超えない」制約を tight フラグで管理する。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tight フラグの仕組み（N = 253 の場合）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9800000" cy="36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1桁目が 0 or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3960000"/>
            <a:ext cx="11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→ 残りの桁は 0〜9 自由（tight = False）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4824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1桁目が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4824000"/>
            <a:ext cx="11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→ 2桁目は 0〜5 まで（tight = True）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5688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  2桁目が 0〜4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0" y="5688000"/>
            <a:ext cx="11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6060"/>
                </a:solidFill>
              </a:rPr>
              <a:t>→ 3桁目は 0〜9 自由（tight = False）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6552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  2桁目が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000" y="6552000"/>
            <a:ext cx="11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→ 3桁目は 0〜3 まで（tight = True）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7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典型的な DP 状態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8388000"/>
            <a:ext cx="3600000" cy="75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999" y="8496000"/>
            <a:ext cx="34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0000" y="8388000"/>
            <a:ext cx="1584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000" y="8496000"/>
            <a:ext cx="156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現在何桁目を決めているか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9216000"/>
            <a:ext cx="3600000" cy="75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99" y="9324000"/>
            <a:ext cx="34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tight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0000" y="9216000"/>
            <a:ext cx="1584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000" y="9324000"/>
            <a:ext cx="156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上位桁がすべて上限と一致しているか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10044000"/>
            <a:ext cx="3600000" cy="75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999" y="10152000"/>
            <a:ext cx="34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started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0000" y="10044000"/>
            <a:ext cx="1584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000" y="10152000"/>
            <a:ext cx="156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先頭ゼロが終わったか（leading zero 対策）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0000" y="10872000"/>
            <a:ext cx="3600000" cy="75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999" y="10980000"/>
            <a:ext cx="34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条件固有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0000" y="10872000"/>
            <a:ext cx="15840000" cy="75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000" y="10980000"/>
            <a:ext cx="156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桁の合計・特定の数字の有無など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" y="11700000"/>
            <a:ext cx="19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基本テンプレート（メモ化再帰）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