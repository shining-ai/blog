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80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最長共通部分列（LCS）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94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Longest Common Subsequence — 順序を保つ最長の共通列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0">
                <a:solidFill>
                  <a:srgbClr val="1A1A2E"/>
                </a:solidFill>
              </a:rPr>
              <a:t>2つの文字列に共通して現れる最も長い部分列（連続でなくてよい）。diff コマンドや配列比較の基礎。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240000"/>
            <a:ext cx="19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13CA6"/>
                </a:solidFill>
              </a:rPr>
              <a:t>LCS DP テーブル  X="ABCBDAB"  Y="BDCAB"  → LCS="BCAB"（長さ4）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888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401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311999" y="3888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999" y="401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""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3999" y="3888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5999" y="401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96000" y="3888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8000" y="401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88000" y="3888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60000" y="401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80000" y="3888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52000" y="401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72000" y="3888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344000" y="401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4716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" y="484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""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1999" y="4716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999" y="484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03999" y="4716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5999" y="484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96000" y="4716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68000" y="484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88000" y="4716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60000" y="484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680000" y="4716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52000" y="484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272000" y="4716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344000" y="484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0000" y="5544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000" y="567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1999" y="5544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999" y="567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03999" y="5544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75999" y="567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96000" y="5544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68000" y="567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088000" y="5544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160000" y="567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680000" y="5544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52000" y="567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272000" y="5544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344000" y="567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0000" y="6372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2000" y="649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11999" y="6372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999" y="649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03999" y="6372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75999" y="649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96000" y="6372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68000" y="649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088000" y="6372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160000" y="649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680000" y="6372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52000" y="649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6272000" y="6372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344000" y="649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0000" y="7200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2000" y="7326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11999" y="7200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83999" y="7326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03999" y="7200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75999" y="7326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96000" y="7200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68000" y="7326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088000" y="7200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160000" y="7326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680000" y="7200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752000" y="7326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272000" y="7200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344000" y="7326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0000" y="8028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2000" y="815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311999" y="8028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83999" y="815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903999" y="8028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75999" y="815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96000" y="8028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568000" y="815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088000" y="8028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160000" y="815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680000" y="8028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752000" y="815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272000" y="8028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6344000" y="8154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0000" y="8856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2000" y="898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311999" y="8856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383999" y="898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03999" y="8856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75999" y="898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496000" y="8856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568000" y="898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088000" y="8856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160000" y="898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680000" y="8856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3752000" y="898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6272000" y="8856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344000" y="8982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20000" y="9684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2000" y="981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311999" y="9684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383999" y="981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903999" y="9684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975999" y="981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496000" y="9684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568000" y="981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088000" y="9684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1160000" y="981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3680000" y="9684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3752000" y="981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272000" y="9684000"/>
            <a:ext cx="2520000" cy="79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344000" y="9810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20000" y="10512000"/>
            <a:ext cx="2520000" cy="79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92000" y="1063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311999" y="10512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383999" y="1063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903999" y="10512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975999" y="1063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496000" y="10512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568000" y="1063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1088000" y="10512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1160000" y="1063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3680000" y="10512000"/>
            <a:ext cx="25200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3752000" y="1063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6272000" y="10512000"/>
            <a:ext cx="2520000" cy="792000"/>
          </a:xfrm>
          <a:prstGeom prst="rect">
            <a:avLst/>
          </a:prstGeom>
          <a:solidFill>
            <a:srgbClr val="EBA81A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6344000" y="10638000"/>
            <a:ext cx="2376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20000" y="11232000"/>
            <a:ext cx="19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13CA6"/>
                </a:solidFill>
              </a:rPr>
              <a:t>遷移式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20000" y="11700000"/>
            <a:ext cx="19800000" cy="288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00000" y="11700000"/>
            <a:ext cx="19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X[i-1]==Y[j-1]: dp[i][j]=dp[i-1][j-1]+1    else: dp[i][j]=max(dp[i-1][j], dp[i][j-1])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