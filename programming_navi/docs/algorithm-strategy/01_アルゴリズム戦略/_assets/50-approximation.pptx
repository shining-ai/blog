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近似アルゴリズム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Approximation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520000"/>
            <a:ext cx="1908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NP困難問題に対して「保証付き近似解」を多項式時間で求める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71999"/>
            <a:ext cx="12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近似率（Approximation Ratio）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4320000"/>
            <a:ext cx="79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ρ = ALG / OPT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5400000"/>
            <a:ext cx="2880000" cy="64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ρ =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5472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最適解（P = NP なら達成可能）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6192000"/>
            <a:ext cx="288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ρ = 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6264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最適解の 1.5 倍以内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6984000"/>
            <a:ext cx="28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ρ =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7056000"/>
            <a:ext cx="46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最適解の 2 倍以内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0" y="3671999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代表的な近似アルゴリズム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80000" y="4500000"/>
            <a:ext cx="50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頂点被覆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480000" y="4500000"/>
            <a:ext cx="324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2-近似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60000" y="4572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最大マッチング辺を選択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80000" y="5580000"/>
            <a:ext cx="50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集合被覆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80000" y="5580000"/>
            <a:ext cx="324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O(log n)-近似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60000" y="5652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未被覆要素最多の集合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80000" y="6660000"/>
            <a:ext cx="50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TSP（三角）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480000" y="6660000"/>
            <a:ext cx="324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1.5-近似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60000" y="6732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Christofides アルゴリズム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0000" y="7740000"/>
            <a:ext cx="50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ナップサック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480000" y="7740000"/>
            <a:ext cx="3240000" cy="64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(1+ε)-近似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60000" y="7812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FPTAS（完全多項式スキーム）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000" y="8460000"/>
            <a:ext cx="19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近似スキームの種類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" y="9180000"/>
            <a:ext cx="57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000" y="10008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Polynomial Time
Approximation Scheme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0" y="1062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</a:rPr>
              <a:t>任意の ε &gt; 0 で
(1+ε)-近似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0000" y="9180000"/>
            <a:ext cx="57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FPTAS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0000" y="10008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Fully Polynomial Time
Approximation Scheme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0000" y="1062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</a:rPr>
              <a:t>ε の多項式時間で
(1+ε)-近似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040000" y="9180000"/>
            <a:ext cx="57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定数近似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40000" y="10008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6060"/>
                </a:solidFill>
              </a:rPr>
              <a:t>Constant Factor
Approximation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40000" y="10620000"/>
            <a:ext cx="57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</a:rPr>
              <a:t>固定の定数 ρ で近似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