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オンラインアルゴリズム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Online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2520000"/>
            <a:ext cx="1908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013CA6"/>
                </a:solidFill>
              </a:rPr>
              <a:t>将来の入力を知らない状態で逐次入力を処理し、即座に意思決定する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671999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オンライン vs オフライン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0" y="4392000"/>
            <a:ext cx="4320000" cy="648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オフライン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5112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・入力全体が既知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576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・最適解を計算可能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6408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・現実では困難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60000" y="4392000"/>
            <a:ext cx="43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オンライン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0000" y="5112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・入力が逐次到着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40000" y="576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・即座に決定が必要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0000" y="6408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・実世界の多くの問題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0000" y="4716000"/>
            <a:ext cx="3348000" cy="0"/>
          </a:xfrm>
          <a:prstGeom prst="bentConnector3">
            <a:avLst/>
          </a:prstGeom>
          <a:ln w="508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60000" y="4536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BA81A"/>
                </a:solidFill>
              </a:rPr>
              <a:t>将来不明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7380000"/>
            <a:ext cx="12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競合比（Competitive Ratio）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0000" y="8100000"/>
            <a:ext cx="936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CR = ALG(I) / OPT(I)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9108000"/>
            <a:ext cx="93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ALG(I) : オンラインアルゴリズムのコスト
OPT(I) : 最適オフラインアルゴリズムのコスト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0000" y="3671999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代表的な問題と競合比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60000" y="4392000"/>
            <a:ext cx="57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スキーレンタル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0000" y="4464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Break-Even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160000" y="5112000"/>
            <a:ext cx="9360000" cy="28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1A"/>
                </a:solidFill>
              </a:rPr>
              <a:t>CR: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160000" y="5472000"/>
            <a:ext cx="57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ページ置換 (LRU)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460000" y="5544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LRU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160000" y="6192000"/>
            <a:ext cx="9360000" cy="28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1A"/>
                </a:solidFill>
              </a:rPr>
              <a:t>CR: k（キャッシュサイズ）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60000" y="6552000"/>
            <a:ext cx="57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秘書問題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60000" y="6624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1/e 戦略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60000" y="7272000"/>
            <a:ext cx="9360000" cy="28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1A"/>
                </a:solidFill>
              </a:rPr>
              <a:t>CR: e ≈ 2.718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160000" y="7632000"/>
            <a:ext cx="57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オンライン配分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60000" y="7704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List Scheduling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60000" y="8352000"/>
            <a:ext cx="9360000" cy="28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1A"/>
                </a:solidFill>
              </a:rPr>
              <a:t>CR: 2 − 1/m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000" y="10260000"/>
            <a:ext cx="93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例: スキーレンタル問題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0000" y="10800000"/>
            <a:ext cx="93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毎日: 借りる（1円/日）か 買う（k円）か
最適戦略: k日間は借り続け、k+1日目に買う
→ 競合比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