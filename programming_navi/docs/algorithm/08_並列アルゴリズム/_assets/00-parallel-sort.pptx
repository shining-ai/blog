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並列ソート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9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</a:rPr>
              <a:t>Bitonic Sort / Odd-Even Transposition Sort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800000"/>
            <a:ext cx="972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00000"/>
            <a:ext cx="97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バイトニックソート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24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6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28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2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84000" y="3060000"/>
            <a:ext cx="1080000" cy="288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52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2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4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4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6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6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8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8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0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0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12000" y="2808001"/>
            <a:ext cx="864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2000" y="2808001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352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606060"/>
                </a:solidFill>
              </a:rPr>
              <a:t>Step 1
隣接ペア比較交換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56000.0" y="3671999"/>
            <a:ext cx="0.0" cy="54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60000.0" y="3671999"/>
            <a:ext cx="0.0" cy="54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64000.0" y="3671999"/>
            <a:ext cx="0.0" cy="54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68000.0" y="3671999"/>
            <a:ext cx="0.0" cy="54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8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2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52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04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4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6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6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8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8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60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0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12000" y="4247999"/>
            <a:ext cx="864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12000" y="4247999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48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606060"/>
                </a:solidFill>
              </a:rPr>
              <a:t>Step 2〜log₂n  バイトニックマージを再帰適用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8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00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2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52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04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04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6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56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8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8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60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60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12000" y="5472000"/>
            <a:ext cx="86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12000" y="5472000"/>
            <a:ext cx="8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0000" y="612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B050"/>
                </a:solidFill>
              </a:rPr>
              <a:t>完了（昇順）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0000" y="6696000"/>
            <a:ext cx="5040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0000" y="669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O(log² n) ステップ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0000" y="6696000"/>
            <a:ext cx="43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0000" y="6696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O(n) プロセッサ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160000" y="1728000"/>
            <a:ext cx="28800" cy="90000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520000" y="1800000"/>
            <a:ext cx="93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520000" y="1800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奇偶転置ソート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20000" y="259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初期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700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700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212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212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724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724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236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236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748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7748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260000" y="2592000"/>
            <a:ext cx="1080000" cy="503999"/>
          </a:xfrm>
          <a:prstGeom prst="rect">
            <a:avLst/>
          </a:prstGeom>
          <a:solidFill>
            <a:srgbClr val="D0D0D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260000" y="2592000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0000" y="3419999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奇数フェーズ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700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700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212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212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4724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724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236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236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7748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7748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260000" y="3419999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260000" y="3419999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0000" y="4247998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偶数フェーズ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700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700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212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212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724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724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236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6236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7748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748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9260000" y="4247998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9260000" y="4247998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520000" y="5075997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奇数フェーズ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700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700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212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212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724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724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6236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236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7748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7748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9260000" y="5075997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9260000" y="5075997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520000" y="5903996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偶数フェーズ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700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700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212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212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724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4724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6236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6236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7748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7748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9260000" y="5903996"/>
            <a:ext cx="108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9260000" y="5903996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520000" y="6731995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完了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700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700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3212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3212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4724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4724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6236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6236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7748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7748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9260000" y="6731995"/>
            <a:ext cx="1080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9260000" y="6731995"/>
            <a:ext cx="1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520000" y="7632000"/>
            <a:ext cx="4680000" cy="54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520000" y="7632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O(n) ステップ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6560000" y="7632000"/>
            <a:ext cx="43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6560000" y="7632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BA81A"/>
                </a:solidFill>
              </a:rPr>
              <a:t>各ステップ O(n/2) 並列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40000" y="8280000"/>
            <a:ext cx="201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0000" y="8280000"/>
            <a:ext cx="201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比較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40000" y="8856000"/>
            <a:ext cx="5760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0000" y="885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アルゴリズム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0000" y="8856000"/>
            <a:ext cx="3960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300000" y="885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ステップ数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260000" y="8856000"/>
            <a:ext cx="4320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260000" y="8856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ワーク量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4580000" y="8856000"/>
            <a:ext cx="5760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580000" y="885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0000" y="9396000"/>
            <a:ext cx="57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40000" y="939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バイトニックソート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300000" y="9396000"/>
            <a:ext cx="39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00000" y="939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O(log² n)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260000" y="9396000"/>
            <a:ext cx="43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260000" y="9396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O(n log² n)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4580000" y="9396000"/>
            <a:ext cx="57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4580000" y="939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ハードウェア・GPU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0000" y="9936000"/>
            <a:ext cx="5760000" cy="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40000" y="993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奇偶転置ソート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00000" y="9936000"/>
            <a:ext cx="3960000" cy="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300000" y="993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O(n)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60000" y="9936000"/>
            <a:ext cx="4320000" cy="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260000" y="9936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O(n²)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580000" y="9936000"/>
            <a:ext cx="5760000" cy="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580000" y="993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小規模・実装シンプル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40000" y="10476000"/>
            <a:ext cx="57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0000" y="1047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並列マージソート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300000" y="10476000"/>
            <a:ext cx="39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300000" y="1047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O(log² n)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260000" y="10476000"/>
            <a:ext cx="43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260000" y="10476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O(n log n)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580000" y="10476000"/>
            <a:ext cx="576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580000" y="10476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マルチコア汎用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