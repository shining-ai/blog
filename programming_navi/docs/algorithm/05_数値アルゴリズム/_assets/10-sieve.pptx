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エラトステネスの篩 — n 以下の素数を一括列挙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9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9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n = 30 での消去の流れ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620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初期（2〜30）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4832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32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664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64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496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96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28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28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60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160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92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92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24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24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656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656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88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88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320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20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984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984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816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16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648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648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80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80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312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312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18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8144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144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3976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3976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9808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9808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21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5640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5640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22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1472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1472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23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304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7304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24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3136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3136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25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8968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8968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26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4800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4800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27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632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0632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28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6464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6464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29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229600" y="20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229600" y="20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0000" y="3420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2 の倍数を消去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0000" y="38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00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83200" y="38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832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66400" y="38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664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49600" y="38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496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32800" y="38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328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16000" y="38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8160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399200" y="38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992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82400" y="38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824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565600" y="38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5656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48800" y="38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488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32000" y="38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320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15200" y="38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152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898400" y="38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984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481600" y="38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4816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15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64800" y="38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0648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48000" y="38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6480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231200" y="38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2312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814400" y="38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8144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19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397600" y="38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3976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980800" y="38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9808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21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2564000" y="38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25640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3147200" y="38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31472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23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3730400" y="38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37304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4313600" y="38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43136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25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4896800" y="38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48968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5480000" y="38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54800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27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63200" y="38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0632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6646400" y="38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66464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29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7229600" y="38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7229600" y="38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20000" y="5220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3 の倍数を消去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00000" y="56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000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483200" y="56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4832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0664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0664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649600" y="56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6496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2328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2328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816000" y="56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8160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3992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3992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9824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9824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656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5656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48800" y="56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1488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7320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7320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315200" y="56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3152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8984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8984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4816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4816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0648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0648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648000" y="56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6480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02312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2312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0814400" y="56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8144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19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3976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13976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19808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19808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25640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25640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3147200" y="56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31472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23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37304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37304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4313600" y="56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43136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25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48968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48968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54800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54800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60632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60632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6646400" y="56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66464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29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7229600" y="56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7229600" y="56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20000" y="7020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5 の倍数を消去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00000" y="74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9000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483200" y="74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4832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0664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0664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649600" y="74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6496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2328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2328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816000" y="74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38160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43992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43992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49824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9824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5656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5656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148800" y="74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1488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67320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67320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315200" y="74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73152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78984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8984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84816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4816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90648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90648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9648000" y="74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96480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02312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02312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10814400" y="74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08144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19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113976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13976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19808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19808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125640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25640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13147200" y="74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131472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23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37304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37304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43136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143136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148968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48968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154800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154800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60632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60632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6646400" y="7488000"/>
            <a:ext cx="5832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66464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29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7229600" y="74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7229600" y="74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720000" y="8820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完成！素数のみ残る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900000" y="9288000"/>
            <a:ext cx="5832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9000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483200" y="9288000"/>
            <a:ext cx="5832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4832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0664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20664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9600" y="9288000"/>
            <a:ext cx="5832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26496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32328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32328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3816000" y="9288000"/>
            <a:ext cx="5832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38160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43992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43992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49824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49824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55656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55656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6148800" y="9288000"/>
            <a:ext cx="5832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61488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67320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67320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7315200" y="9288000"/>
            <a:ext cx="5832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73152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78984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78984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84816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84816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90648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90648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9648000" y="9288000"/>
            <a:ext cx="5832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96480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102312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102312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10814400" y="9288000"/>
            <a:ext cx="5832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08144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113976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113976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119808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119808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125640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125640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13147200" y="9288000"/>
            <a:ext cx="5832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31472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137304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137304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43136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43136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148968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48968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154800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154800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60632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160632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16646400" y="9288000"/>
            <a:ext cx="5832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166464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29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17229600" y="9288000"/>
            <a:ext cx="583200" cy="720000"/>
          </a:xfrm>
          <a:prstGeom prst="rect">
            <a:avLst/>
          </a:prstGeom>
          <a:solidFill>
            <a:srgbClr val="D0D0D0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17229600" y="9288000"/>
            <a:ext cx="5832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×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720000" y="11160000"/>
            <a:ext cx="198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0B050"/>
                </a:solidFill>
              </a:rPr>
              <a:t>素数: 2, 3, 5, 7, 11, 13, 17, 19, 23, 29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720000" y="10512000"/>
            <a:ext cx="1980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828000" y="10566000"/>
            <a:ext cx="19584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i² から消去を始めるのがポイント（i未満の倍数は既に消去済み）
O(n log log n) ≈ O(n) に近い高速性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