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行列演算と線形漸化式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繰り返し二乗法を行列に適用して漸化式を O(k³ log n) で解く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行列のべき乗を繰り返し二乗法で計算することで、線形漸化式の第 n 項を O(log n) で求められる。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フィボナッチ数列の行列表現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9800000" cy="27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19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F(n) = F(n-1) + F(n-2)  を行列で表す: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608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┌ F(n+1) ┐   ┌ 1  1 ┐ⁿ   ┌ F(1) ┐   ┌ 1 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220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│ F(n)   │ = │ 1  0 │  × │ F(0) │ = │ 0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832000"/>
            <a:ext cx="19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└        ┘   └      ┘    └      ┘   └   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702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行列べき乗の計算手順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7668000"/>
            <a:ext cx="648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7703999"/>
            <a:ext cx="61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8568000"/>
            <a:ext cx="648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8712000"/>
            <a:ext cx="6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漸化式を遷移行列 M で表す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0000" y="7668000"/>
            <a:ext cx="648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0000" y="7703999"/>
            <a:ext cx="61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0000" y="8568000"/>
            <a:ext cx="648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0000" y="8712000"/>
            <a:ext cx="6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M の n 乗を繰り返し二乗法で計算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00" y="7668000"/>
            <a:ext cx="648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580000" y="7703999"/>
            <a:ext cx="61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00000" y="8568000"/>
            <a:ext cx="648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80000" y="8712000"/>
            <a:ext cx="6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初期ベクトルに掛けて第 n 項を取得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10008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計算量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620000"/>
            <a:ext cx="640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10692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操作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0000" y="10620000"/>
            <a:ext cx="460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8000" y="10692000"/>
            <a:ext cx="43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計算量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00000" y="10620000"/>
            <a:ext cx="784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707999" y="10692000"/>
            <a:ext cx="76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11412000"/>
            <a:ext cx="640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999" y="11484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行列積（k×k）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0000" y="11412000"/>
            <a:ext cx="460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8000" y="11484000"/>
            <a:ext cx="43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O(k³)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00000" y="11412000"/>
            <a:ext cx="78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707999" y="11484000"/>
            <a:ext cx="76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" y="12204000"/>
            <a:ext cx="640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999" y="12276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行列べき乗（n乗）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60000" y="12204000"/>
            <a:ext cx="460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8000" y="12276000"/>
            <a:ext cx="43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O(k³ log 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00000" y="12204000"/>
            <a:ext cx="78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707999" y="12276000"/>
            <a:ext cx="76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繰り返し二乗法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00" y="12996000"/>
            <a:ext cx="640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999" y="13068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フィボナッチ第n項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60000" y="12996000"/>
            <a:ext cx="460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68000" y="13068000"/>
            <a:ext cx="43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O(log 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600000" y="12996000"/>
            <a:ext cx="78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07999" y="13068000"/>
            <a:ext cx="76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k=2 の場合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