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ユークリッドの互除法 — gcd(a, b) = gcd(b, a mod b)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0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05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gcd(48, 18) の計算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2232000"/>
            <a:ext cx="1980000" cy="79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232000"/>
            <a:ext cx="198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0000" y="2232000"/>
            <a:ext cx="36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808080"/>
                </a:solidFill>
              </a:rPr>
              <a:t>,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0000" y="2232000"/>
            <a:ext cx="1980000" cy="79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0000" y="2232000"/>
            <a:ext cx="198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0000" y="2232000"/>
            <a:ext cx="540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808080"/>
                </a:solidFill>
              </a:rPr>
              <a:t>48 = 2×18 + 12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260000" y="3024000"/>
            <a:ext cx="1980000" cy="936000"/>
          </a:xfrm>
          <a:prstGeom prst="line">
            <a:avLst/>
          </a:prstGeom>
          <a:ln w="254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080000" y="3960000"/>
            <a:ext cx="1980000" cy="79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000" y="3960000"/>
            <a:ext cx="198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0000" y="3960000"/>
            <a:ext cx="36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808080"/>
                </a:solidFill>
              </a:rPr>
              <a:t>,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0000" y="3960000"/>
            <a:ext cx="1980000" cy="79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0000" y="3960000"/>
            <a:ext cx="198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0000" y="3960000"/>
            <a:ext cx="540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808080"/>
                </a:solidFill>
              </a:rPr>
              <a:t>18 = 1×12 +  6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260000" y="4752000"/>
            <a:ext cx="1980000" cy="936000"/>
          </a:xfrm>
          <a:prstGeom prst="line">
            <a:avLst/>
          </a:prstGeom>
          <a:ln w="254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80000" y="5688000"/>
            <a:ext cx="1980000" cy="79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0000" y="5688000"/>
            <a:ext cx="198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0000" y="5688000"/>
            <a:ext cx="36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808080"/>
                </a:solidFill>
              </a:rPr>
              <a:t>,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0000" y="5688000"/>
            <a:ext cx="1980000" cy="79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0000" y="5688000"/>
            <a:ext cx="198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0000" y="5688000"/>
            <a:ext cx="540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808080"/>
                </a:solidFill>
              </a:rPr>
              <a:t>12 = 2× 6 +  0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260000" y="6480000"/>
            <a:ext cx="1980000" cy="936000"/>
          </a:xfrm>
          <a:prstGeom prst="line">
            <a:avLst/>
          </a:prstGeom>
          <a:ln w="254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080000" y="7416000"/>
            <a:ext cx="198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0000" y="7416000"/>
            <a:ext cx="198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0000" y="7416000"/>
            <a:ext cx="540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808080"/>
                </a:solidFill>
              </a:rPr>
              <a:t>→ gcd = 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600000" y="1368000"/>
            <a:ext cx="79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44000" y="1368000"/>
            <a:ext cx="763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拡張ユークリッド: ax + by = gcd(a, b)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60000" y="2232000"/>
            <a:ext cx="432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gcd(48, 18)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60000" y="2952000"/>
            <a:ext cx="720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48x + 18y =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60000" y="3960000"/>
            <a:ext cx="432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gcd(18, 12)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60000" y="4680000"/>
            <a:ext cx="720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→ x = -1, y =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60000" y="5688000"/>
            <a:ext cx="432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gcd(12,  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60000" y="6408000"/>
            <a:ext cx="720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検証: 48×(-1) + 18×3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60000" y="7416000"/>
            <a:ext cx="432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gcd( 6,  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60000" y="8136000"/>
            <a:ext cx="720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= -48 + 54 = 6 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600000" y="9180000"/>
            <a:ext cx="79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744000" y="9180000"/>
            <a:ext cx="763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応用: モジュラ逆元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960000" y="9900000"/>
            <a:ext cx="7200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</a:rPr>
              <a:t>3⁻¹ mod 7  =  pow(3, 7-2, 7)  =  5
3 × 5 = 15 ≡ 1 (mod 7)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000" y="10620000"/>
            <a:ext cx="1080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8000" y="10674000"/>
            <a:ext cx="10584000" cy="89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gcd(a, b) = gcd(b, a mod b) の証明: a = qb + r のとき gcd(a,b) の公約数は gcd(b,r) と同じ
LCM = a × b / gcd(a, b)（先に割ってオーバーフロー防止）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