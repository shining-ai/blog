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mod 演算 — 大きな数を一定範囲に収めて正確に計算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97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943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基本性質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2088000"/>
            <a:ext cx="9360000" cy="1584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196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加算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2736000"/>
            <a:ext cx="43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(a + b) mod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204000"/>
            <a:ext cx="90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= ((a mod m) + (b mod m)) mod 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000" y="3960000"/>
            <a:ext cx="9360000" cy="1584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4068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減算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4608000"/>
            <a:ext cx="43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(a - b) mod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5076000"/>
            <a:ext cx="90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= ((a mod m) - (b mod m) + m) mod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000" y="5832000"/>
            <a:ext cx="9360000" cy="1584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0000" y="5940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乗算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" y="6480000"/>
            <a:ext cx="43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(a × b) mod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6948000"/>
            <a:ext cx="90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= ((a mod m) × (b mod m)) mod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" y="7704000"/>
            <a:ext cx="9360000" cy="1584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0000" y="7812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除算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8352000"/>
            <a:ext cx="43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(a / b) mod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000" y="8820000"/>
            <a:ext cx="900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0000"/>
                </a:solidFill>
              </a:rPr>
              <a:t>= (a × b⁻¹) mod m  ← 逆元を使う！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60000" y="1368000"/>
            <a:ext cx="93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04000" y="1368000"/>
            <a:ext cx="90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モジュラ逆元とフェルマーの小定理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0000" y="2088000"/>
            <a:ext cx="8640000" cy="21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</a:rPr>
              <a:t>フェルマーの小定理（p が素数）:
  aᵖ⁻¹ ≡ 1 (mod p)
  → a⁻¹ ≡ aᵖ⁻² (mod 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520000" y="4500000"/>
            <a:ext cx="324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20000" y="4500000"/>
            <a:ext cx="324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3⁻¹ mod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20000" y="4500000"/>
            <a:ext cx="43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= 3⁵ mod 7 = 243 mod 7 =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20000" y="5003999"/>
            <a:ext cx="36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B050"/>
                </a:solidFill>
              </a:rPr>
              <a:t>3×5=15≡1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520000" y="5868000"/>
            <a:ext cx="324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520000" y="5868000"/>
            <a:ext cx="324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5⁻¹ mod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20000" y="5868000"/>
            <a:ext cx="43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= 5⁹ mod 11 = 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20000" y="6371999"/>
            <a:ext cx="36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B050"/>
                </a:solidFill>
              </a:rPr>
              <a:t>5×9=45≡1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20000" y="7236000"/>
            <a:ext cx="3240000" cy="79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20000" y="7236000"/>
            <a:ext cx="324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7⁻¹ mod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20000" y="7236000"/>
            <a:ext cx="4320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= 7¹¹ mod 13 =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120000" y="7739999"/>
            <a:ext cx="36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B050"/>
                </a:solidFill>
              </a:rPr>
              <a:t>7×2=14≡1 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160000" y="8928000"/>
            <a:ext cx="93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304000" y="8928000"/>
            <a:ext cx="90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C(n, r) mod p の計算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0000" y="9540000"/>
            <a:ext cx="8640000" cy="19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</a:rPr>
              <a:t>C(n, r) = n! / (r! × (n-r)!)
前処理: fact[], inv_fact[] を構築 → O(n)
クエリ: O(1) で C(n,r) を計算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0000" y="10728000"/>
            <a:ext cx="972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000" y="10782000"/>
            <a:ext cx="9504000" cy="82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p=10⁹+7 はよく使われる素数（2³⁰ ≈ 10⁹ より大きく、long long に収まる）
逆元テーブルは O(n) の漸化式 inv[i] = -(m//i) × inv[m%i] % m で構築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