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走査線アルゴリズム — 仮想の線を動かしながら処理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9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9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走査線の考え方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80000" y="4500000"/>
            <a:ext cx="6912000" cy="4608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00000" y="4320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s1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32000" y="5652000"/>
            <a:ext cx="4608000" cy="3456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8000" y="8928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B050"/>
                </a:solidFill>
              </a:rPr>
              <a:t>s2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36000" y="3347999"/>
            <a:ext cx="5760000" cy="4608001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404000" y="7776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EBA81A"/>
                </a:solidFill>
              </a:rPr>
              <a:t>s3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992000" y="4500000"/>
            <a:ext cx="3456000" cy="4608000"/>
          </a:xfrm>
          <a:prstGeom prst="line">
            <a:avLst/>
          </a:prstGeom>
          <a:ln w="38100">
            <a:solidFill>
              <a:srgbClr val="80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56000" y="4320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800080"/>
                </a:solidFill>
              </a:rPr>
              <a:t>s4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88000" y="1620000"/>
            <a:ext cx="0" cy="900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796000" y="1655999"/>
            <a:ext cx="216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0000"/>
                </a:solidFill>
              </a:rPr>
              <a:t>走査線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600000" y="1368000"/>
            <a:ext cx="79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44000" y="1368000"/>
            <a:ext cx="763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イベントドリブン処理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00000" y="2232000"/>
            <a:ext cx="108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00000" y="2232000"/>
            <a:ext cx="10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x=0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52000" y="2088000"/>
            <a:ext cx="36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</a:rPr>
              <a:t>s1 の左端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52000" y="2700000"/>
            <a:ext cx="648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808080"/>
                </a:solidFill>
              </a:rPr>
              <a:t>s1 を活性集合に追加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600000" y="3707999"/>
            <a:ext cx="108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600000" y="3707999"/>
            <a:ext cx="10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x=1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52000" y="3563999"/>
            <a:ext cx="36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</a:rPr>
              <a:t>s2 の左端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52000" y="4175999"/>
            <a:ext cx="648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808080"/>
                </a:solidFill>
              </a:rPr>
              <a:t>s2 を追加。s1↔s2 交差チェック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600000" y="5183998"/>
            <a:ext cx="1080000" cy="54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600000" y="5183998"/>
            <a:ext cx="10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x=3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52000" y="5039998"/>
            <a:ext cx="36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</a:rPr>
              <a:t>s3 の左端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52000" y="5651998"/>
            <a:ext cx="648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808080"/>
                </a:solidFill>
              </a:rPr>
              <a:t>s3 を追加。隣接と交差チェック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600000" y="6659997"/>
            <a:ext cx="1080000" cy="54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600000" y="6659997"/>
            <a:ext cx="10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x=3.2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52000" y="6515997"/>
            <a:ext cx="36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</a:rPr>
              <a:t>s1↔s2 交点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52000" y="7127997"/>
            <a:ext cx="648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808080"/>
                </a:solidFill>
              </a:rPr>
              <a:t>s1↔s2 の順序を入れ替え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600000" y="8135996"/>
            <a:ext cx="1080000" cy="54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600000" y="8135996"/>
            <a:ext cx="10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x=5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52000" y="7991996"/>
            <a:ext cx="36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</a:rPr>
              <a:t>s2 の右端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52000" y="8603996"/>
            <a:ext cx="648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808080"/>
                </a:solidFill>
              </a:rPr>
              <a:t>s2 を削除。新隣接を交差チェック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600000" y="9611995"/>
            <a:ext cx="108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600000" y="9611995"/>
            <a:ext cx="108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x=6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52000" y="9467995"/>
            <a:ext cx="36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</a:rPr>
              <a:t>s1右端・s4左端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52000" y="10079995"/>
            <a:ext cx="648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808080"/>
                </a:solidFill>
              </a:rPr>
              <a:t>s1 削除, s4 追加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0000" y="10728000"/>
            <a:ext cx="1980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8000" y="10782000"/>
            <a:ext cx="19584000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活性線分はy座標でソートされた平衡BST（Python: SortedList）で管理
イベントごとに O(log n) 操作 → 全体 O(n log 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走査線の応用 — 矩形の和の面積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15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123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矩形の和（3つの矩形が重なる例）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340000" y="5760000"/>
            <a:ext cx="5040000" cy="3780000"/>
          </a:xfrm>
          <a:prstGeom prst="rect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0" y="7398001"/>
            <a:ext cx="108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R1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00" y="3240000"/>
            <a:ext cx="5040000" cy="5040000"/>
          </a:xfrm>
          <a:prstGeom prst="rect">
            <a:avLst/>
          </a:prstGeom>
          <a:solidFill>
            <a:srgbClr val="D4EDDA"/>
          </a:solidFill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0" y="5508001"/>
            <a:ext cx="108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B050"/>
                </a:solidFill>
              </a:rPr>
              <a:t>R2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80000" y="7020000"/>
            <a:ext cx="3780000" cy="3780000"/>
          </a:xfrm>
          <a:prstGeom prst="rect">
            <a:avLst/>
          </a:prstGeom>
          <a:solidFill>
            <a:srgbClr val="FFF0CC"/>
          </a:solidFill>
          <a:ln w="317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0000" y="8658001"/>
            <a:ext cx="1080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R3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40000" y="1800000"/>
            <a:ext cx="0" cy="918000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60000" y="10980000"/>
            <a:ext cx="36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808080"/>
                </a:solidFill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60000" y="1800000"/>
            <a:ext cx="0" cy="918000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80000" y="10980000"/>
            <a:ext cx="36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808080"/>
                </a:solidFill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80000" y="1800000"/>
            <a:ext cx="0" cy="918000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00000" y="10980000"/>
            <a:ext cx="36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808080"/>
                </a:solidFill>
              </a:rPr>
              <a:t>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00000" y="1800000"/>
            <a:ext cx="0" cy="918000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20000" y="10980000"/>
            <a:ext cx="36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808080"/>
                </a:solidFill>
              </a:rPr>
              <a:t>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160000" y="1800000"/>
            <a:ext cx="0" cy="918000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80000" y="10980000"/>
            <a:ext cx="36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808080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600000" y="1368000"/>
            <a:ext cx="79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44000" y="1368000"/>
            <a:ext cx="763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走査線イベントと y-カバー長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780000" y="2160000"/>
            <a:ext cx="12600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80000" y="2160000"/>
            <a:ext cx="126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x位置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40000" y="2160000"/>
            <a:ext cx="23400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40000" y="2160000"/>
            <a:ext cx="234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操作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380000" y="2160000"/>
            <a:ext cx="19800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380000" y="2160000"/>
            <a:ext cx="198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y被覆区間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360000" y="2160000"/>
            <a:ext cx="9000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360000" y="2160000"/>
            <a:ext cx="9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y長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60000" y="2160000"/>
            <a:ext cx="16200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60000" y="2160000"/>
            <a:ext cx="162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面積 +=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780000" y="2808000"/>
            <a:ext cx="126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780000" y="2808000"/>
            <a:ext cx="126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x=1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040000" y="2808000"/>
            <a:ext cx="23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040000" y="2808000"/>
            <a:ext cx="234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+R1(y1-4)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380000" y="2808000"/>
            <a:ext cx="198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380000" y="2808000"/>
            <a:ext cx="198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[1,4]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360000" y="2808000"/>
            <a:ext cx="90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360000" y="2808000"/>
            <a:ext cx="9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60000" y="2808000"/>
            <a:ext cx="162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260000" y="2808000"/>
            <a:ext cx="162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780000" y="3456000"/>
            <a:ext cx="126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780000" y="3456000"/>
            <a:ext cx="126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x=3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040000" y="3456000"/>
            <a:ext cx="23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040000" y="3456000"/>
            <a:ext cx="234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+R2(y2-6)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380000" y="3456000"/>
            <a:ext cx="198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380000" y="3456000"/>
            <a:ext cx="198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[1,6]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360000" y="3456000"/>
            <a:ext cx="90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360000" y="3456000"/>
            <a:ext cx="9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260000" y="3456000"/>
            <a:ext cx="1620000" cy="648000"/>
          </a:xfrm>
          <a:prstGeom prst="rect">
            <a:avLst/>
          </a:prstGeom>
          <a:solidFill>
            <a:srgbClr val="EBA81A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260000" y="3456000"/>
            <a:ext cx="162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3×2=6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780000" y="4104000"/>
            <a:ext cx="126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780000" y="4104000"/>
            <a:ext cx="126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x=5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040000" y="4104000"/>
            <a:ext cx="23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040000" y="4104000"/>
            <a:ext cx="234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+R3(y0-3)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380000" y="4104000"/>
            <a:ext cx="198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380000" y="4104000"/>
            <a:ext cx="198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[0,6]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360000" y="4104000"/>
            <a:ext cx="90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360000" y="4104000"/>
            <a:ext cx="9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260000" y="4104000"/>
            <a:ext cx="1620000" cy="648000"/>
          </a:xfrm>
          <a:prstGeom prst="rect">
            <a:avLst/>
          </a:prstGeom>
          <a:solidFill>
            <a:srgbClr val="EBA81A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9260000" y="4104000"/>
            <a:ext cx="162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5×2=10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780000" y="4752000"/>
            <a:ext cx="126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780000" y="4752000"/>
            <a:ext cx="126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x=5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4040000" y="4752000"/>
            <a:ext cx="23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040000" y="4752000"/>
            <a:ext cx="234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-R1(y1-4)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380000" y="4752000"/>
            <a:ext cx="198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380000" y="4752000"/>
            <a:ext cx="198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[0,6]→?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360000" y="4752000"/>
            <a:ext cx="90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360000" y="4752000"/>
            <a:ext cx="9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260000" y="4752000"/>
            <a:ext cx="162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260000" y="4752000"/>
            <a:ext cx="162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2780000" y="5400000"/>
            <a:ext cx="126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780000" y="5400000"/>
            <a:ext cx="126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x=7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4040000" y="5400000"/>
            <a:ext cx="23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4040000" y="5400000"/>
            <a:ext cx="234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-R2(y2-6)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380000" y="5400000"/>
            <a:ext cx="198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380000" y="5400000"/>
            <a:ext cx="198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[0,3]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360000" y="5400000"/>
            <a:ext cx="90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360000" y="5400000"/>
            <a:ext cx="9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260000" y="5400000"/>
            <a:ext cx="1620000" cy="648000"/>
          </a:xfrm>
          <a:prstGeom prst="rect">
            <a:avLst/>
          </a:prstGeom>
          <a:solidFill>
            <a:srgbClr val="EBA81A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260000" y="5400000"/>
            <a:ext cx="162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6×2=12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780000" y="6048000"/>
            <a:ext cx="126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780000" y="6048000"/>
            <a:ext cx="126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x=8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4040000" y="6048000"/>
            <a:ext cx="234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4040000" y="6048000"/>
            <a:ext cx="234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-R3(y0-3)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6380000" y="6048000"/>
            <a:ext cx="198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6380000" y="6048000"/>
            <a:ext cx="198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[]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360000" y="6048000"/>
            <a:ext cx="90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8360000" y="6048000"/>
            <a:ext cx="90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260000" y="6048000"/>
            <a:ext cx="1620000" cy="648000"/>
          </a:xfrm>
          <a:prstGeom prst="rect">
            <a:avLst/>
          </a:prstGeom>
          <a:solidFill>
            <a:srgbClr val="EBA81A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260000" y="6048000"/>
            <a:ext cx="1620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3×1=3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2780000" y="6696000"/>
            <a:ext cx="8100000" cy="7776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888000" y="6696000"/>
            <a:ext cx="7884000" cy="77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合計面積 = 6+10+12+3 = 31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20000" y="10800000"/>
            <a:ext cx="1116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8000" y="10854000"/>
            <a:ext cx="10944000" cy="89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y方向の被覆長はセグメント木で O(log n) で管理
x のイベントは 2n 個 → 全体 O(n log 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