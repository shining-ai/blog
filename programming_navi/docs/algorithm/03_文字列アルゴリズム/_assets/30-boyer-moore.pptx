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190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Boyer-Moore法：不良文字規則（Bad Character Rule）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2844000"/>
            <a:ext cx="216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66666"/>
                </a:solidFill>
              </a:rPr>
              <a:t>テキスト: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0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6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0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42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5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4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66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9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4500000"/>
            <a:ext cx="20210400" cy="7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4572000"/>
            <a:ext cx="198504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STEP 1: 位置 0 にアライン（右から照合）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0000" y="5400000"/>
            <a:ext cx="1566000" cy="1007999"/>
          </a:xfrm>
          <a:prstGeom prst="rect">
            <a:avLst/>
          </a:prstGeom>
          <a:solidFill>
            <a:srgbClr val="FF000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0000" y="5400000"/>
            <a:ext cx="1566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0" y="5400000"/>
            <a:ext cx="1566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0B050"/>
                </a:solidFill>
              </a:rPr>
              <a:t>C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890000.0" y="5292000"/>
            <a:ext cx="3240000.0" cy="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0000" y="5400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666666"/>
                </a:solidFill>
              </a:rPr>
              <a:t>j=2: C=C ✓  j=1: B=B ✓  j=0: A≠X
不良文字 X はパターン外 → m=3 だけシフト</a:t>
            </a:r>
            <a:br/>
            <a:r>
              <a:t>不良文字 X はパターン外 → m=3 だけシフト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690400" y="5400000"/>
            <a:ext cx="3060000" cy="9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690400" y="5472000"/>
            <a:ext cx="30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シフト量: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6480000"/>
            <a:ext cx="20210400" cy="7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000" y="6552000"/>
            <a:ext cx="198504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STEP 2: 位置 3 にアライン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0000" y="7380000"/>
            <a:ext cx="1566000" cy="1007999"/>
          </a:xfrm>
          <a:prstGeom prst="rect">
            <a:avLst/>
          </a:prstGeom>
          <a:solidFill>
            <a:srgbClr val="FF000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60000" y="7380000"/>
            <a:ext cx="1566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0000" y="7380000"/>
            <a:ext cx="1566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0B050"/>
                </a:solidFill>
              </a:rPr>
              <a:t>C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750000.0" y="7272000"/>
            <a:ext cx="3240000.0" cy="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1160000" y="7380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666666"/>
                </a:solidFill>
              </a:rPr>
              <a:t>j=2: C=C ✓  j=1: B=B ✓  j=0: A≠B
不良文字 B のパターン内最右位置=1 → シフト = 2-1 = 1</a:t>
            </a:r>
            <a:br/>
            <a:r>
              <a:t>不良文字 B のパターン内最右位置=1 → シフト = 2-1 = 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690400" y="7380000"/>
            <a:ext cx="3060000" cy="9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690400" y="7452000"/>
            <a:ext cx="30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シフト量: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0000" y="8460000"/>
            <a:ext cx="20210400" cy="79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0000" y="8532000"/>
            <a:ext cx="198504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STEP 3: 位置 4 にアライン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60000" y="9360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0000" y="9360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00000" y="9360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780000" y="9360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666666"/>
                </a:solidFill>
              </a:rPr>
              <a:t>j=2: C=C ✓  j=1: B=B ✓  j=0: A=A ✓  →  発見！ 位置 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右から左へ照合  ／  不良文字をパターン内最右位置に合わせてシフト  ／  平均・最良 O(n/m) の亜線形性能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