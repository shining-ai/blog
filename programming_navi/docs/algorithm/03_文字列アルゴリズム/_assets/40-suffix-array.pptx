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接尾辞配列（Suffix Array）："banana" の例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全接尾辞（ソート前）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3420000"/>
            <a:ext cx="108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492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2000" y="342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0000" y="352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banana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4500000"/>
            <a:ext cx="108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4572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2000" y="450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0000" y="460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anana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5580000"/>
            <a:ext cx="108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5652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2000" y="558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568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nana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6660000"/>
            <a:ext cx="108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6732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2000" y="666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0" y="676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7740000"/>
            <a:ext cx="108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7812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2000" y="774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80000" y="784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8820000"/>
            <a:ext cx="108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8892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2000" y="882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80000" y="892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0000" y="57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BA81A"/>
                </a:solidFill>
              </a:rPr>
              <a:t>辞書順
ソート</a:t>
            </a:r>
            <a:br/>
            <a:r>
              <a:t>ソート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28000" y="5040000"/>
            <a:ext cx="1080000" cy="18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28000" y="5400000"/>
            <a:ext cx="1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0000" y="252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接尾辞配列（SA）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0000" y="3420000"/>
            <a:ext cx="216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0" y="349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SA[0]=5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72000" y="342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80000" y="352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0000" y="4500000"/>
            <a:ext cx="216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0000" y="457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SA[1]=3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72000" y="4500000"/>
            <a:ext cx="4320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80000" y="460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0000" y="5580000"/>
            <a:ext cx="216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0000" y="565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SA[2]=1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72000" y="5580000"/>
            <a:ext cx="4320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80000" y="568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anana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0000" y="6660000"/>
            <a:ext cx="216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0000" y="673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SA[3]=0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72000" y="666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80000" y="676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banana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0000" y="7740000"/>
            <a:ext cx="216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0000" y="781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SA[4]=4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72000" y="774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80000" y="784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40000" y="8820000"/>
            <a:ext cx="216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0000" y="889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SA[5]=2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72000" y="8820000"/>
            <a:ext cx="4320000" cy="864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80000" y="8928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nana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840000" y="252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LCP配列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840000" y="3420000"/>
            <a:ext cx="1980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40000" y="349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</a:rPr>
              <a:t>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840000" y="4500000"/>
            <a:ext cx="1980000" cy="864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840000" y="457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840000" y="5580000"/>
            <a:ext cx="1980000" cy="864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840000" y="565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840000" y="6660000"/>
            <a:ext cx="1980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840000" y="673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840000" y="7740000"/>
            <a:ext cx="1980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40000" y="781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840000" y="8820000"/>
            <a:ext cx="1980000" cy="864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840000" y="889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SA[i] = 辞書順 i 番目の接尾辞の開始位置  ／  二分探索で O(m log n) 検索  ／  max(LCP) = 最長繰り返し部分文字列長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接尾辞配列：二分探索でパターンを検索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52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SA テーブル（"banana"）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342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0" y="3528000"/>
            <a:ext cx="162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[0] SA=5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2000" y="3420000"/>
            <a:ext cx="5040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0" y="3528000"/>
            <a:ext cx="486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4500000"/>
            <a:ext cx="162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4608000"/>
            <a:ext cx="162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[1] SA=3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2000" y="4500000"/>
            <a:ext cx="5040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0" y="4608000"/>
            <a:ext cx="486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0000" y="5580000"/>
            <a:ext cx="162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0000" y="5688000"/>
            <a:ext cx="162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[2] SA=1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2000" y="5580000"/>
            <a:ext cx="5040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0000" y="5688000"/>
            <a:ext cx="486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anana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0" y="666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0000" y="6768000"/>
            <a:ext cx="162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[3] SA=0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2000" y="6660000"/>
            <a:ext cx="5040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0000" y="6768000"/>
            <a:ext cx="486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banana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0" y="774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0000" y="7848000"/>
            <a:ext cx="162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[4] SA=4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32000" y="7740000"/>
            <a:ext cx="5040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0000" y="7848000"/>
            <a:ext cx="486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0000" y="882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0000" y="8928000"/>
            <a:ext cx="162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[5] SA=2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2000" y="8820000"/>
            <a:ext cx="5040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0000" y="8928000"/>
            <a:ext cx="4860000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</a:rPr>
              <a:t>nana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パターン "ana" を二分探索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80000" y="3420000"/>
            <a:ext cx="100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60000" y="3492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lo=0, hi=5, mid=2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0000" y="4032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66666"/>
                </a:solidFill>
              </a:rPr>
              <a:t>suf[2]="anana" &gt;= "ana"  →  hi=2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80000" y="4716000"/>
            <a:ext cx="10080000" cy="1152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60000" y="4788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lo=0, hi=2, mid=1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60000" y="5328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66666"/>
                </a:solidFill>
              </a:rPr>
              <a:t>suf[1]="ana" &gt;= "ana"   →  hi=1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80000" y="6012000"/>
            <a:ext cx="100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0000" y="608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lo=0, hi=1, mid=0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0000" y="662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66666"/>
                </a:solidFill>
              </a:rPr>
              <a:t>suf[0]="a" &lt; "ana"      →  lo=1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80000" y="7308000"/>
            <a:ext cx="10080000" cy="1152000"/>
          </a:xfrm>
          <a:prstGeom prst="rect">
            <a:avLst/>
          </a:prstGeom>
          <a:solidFill>
            <a:srgbClr val="D4F5E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60000" y="738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lo=1, hi=1 → 下界=1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0000" y="792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66666"/>
                </a:solidFill>
              </a:rPr>
              <a:t>suf[1]="ana" で一致確認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80000" y="8640000"/>
            <a:ext cx="10080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60000" y="8676000"/>
            <a:ext cx="97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"ana" は SA[1]=3 と SA[2]=1 に出現
→ テキスト中の位置: 3, 1</a:t>
            </a:r>
            <a:br/>
            <a:r>
              <a:t>→ テキスト中の位置: 3,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SA は辞書順に整列 → 二分探索で O(m log n)  ／  LCP 配列と組み合わせると O(m + log n) も可能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