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64" r:id="rId3"/>
    <p:sldId id="263" r:id="rId4"/>
    <p:sldId id="262" r:id="rId5"/>
    <p:sldId id="260" r:id="rId6"/>
  </p:sldIdLst>
  <p:sldSz cx="21289963" cy="119729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-124" y="-1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 type="obj">
  <p:cSld name="タイトルとコンテンツ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2"/>
          <p:cNvSpPr txBox="1">
            <a:spLocks noGrp="1"/>
          </p:cNvSpPr>
          <p:nvPr>
            <p:ph type="title"/>
          </p:nvPr>
        </p:nvSpPr>
        <p:spPr>
          <a:xfrm>
            <a:off x="1064498" y="479473"/>
            <a:ext cx="19160967" cy="199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2"/>
          <p:cNvSpPr txBox="1">
            <a:spLocks noGrp="1"/>
          </p:cNvSpPr>
          <p:nvPr>
            <p:ph type="body" idx="1"/>
          </p:nvPr>
        </p:nvSpPr>
        <p:spPr>
          <a:xfrm>
            <a:off x="1064498" y="2793687"/>
            <a:ext cx="19160967" cy="7901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17" lvl="1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326" lvl="2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434" lvl="3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5543" lvl="4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2651" lvl="5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760" lvl="6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6868" lvl="7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3977" lvl="8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42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2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2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96473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" type="secHead">
  <p:cSld name="セクション見出し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4"/>
          <p:cNvSpPr txBox="1">
            <a:spLocks noGrp="1"/>
          </p:cNvSpPr>
          <p:nvPr>
            <p:ph type="title"/>
          </p:nvPr>
        </p:nvSpPr>
        <p:spPr>
          <a:xfrm>
            <a:off x="1681761" y="7693718"/>
            <a:ext cx="18096468" cy="2377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00"/>
              <a:buFont typeface="Arial"/>
              <a:buNone/>
              <a:defRPr sz="83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4"/>
          <p:cNvSpPr txBox="1">
            <a:spLocks noGrp="1"/>
          </p:cNvSpPr>
          <p:nvPr>
            <p:ph type="body" idx="1"/>
          </p:nvPr>
        </p:nvSpPr>
        <p:spPr>
          <a:xfrm>
            <a:off x="1681761" y="5074637"/>
            <a:ext cx="18096468" cy="2619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b" anchorCtr="0">
            <a:normAutofit/>
          </a:bodyPr>
          <a:lstStyle>
            <a:lvl1pPr marL="457109" lvl="0" indent="-228554" algn="l">
              <a:spcBef>
                <a:spcPts val="840"/>
              </a:spcBef>
              <a:spcAft>
                <a:spcPts val="0"/>
              </a:spcAft>
              <a:buClr>
                <a:srgbClr val="888888"/>
              </a:buClr>
              <a:buSzPts val="4200"/>
              <a:buNone/>
              <a:defRPr sz="4200">
                <a:solidFill>
                  <a:srgbClr val="888888"/>
                </a:solidFill>
              </a:defRPr>
            </a:lvl1pPr>
            <a:lvl2pPr marL="914217" lvl="1" indent="-228554" algn="l">
              <a:spcBef>
                <a:spcPts val="740"/>
              </a:spcBef>
              <a:spcAft>
                <a:spcPts val="0"/>
              </a:spcAft>
              <a:buClr>
                <a:srgbClr val="888888"/>
              </a:buClr>
              <a:buSzPts val="3700"/>
              <a:buNone/>
              <a:defRPr sz="3700">
                <a:solidFill>
                  <a:srgbClr val="888888"/>
                </a:solidFill>
              </a:defRPr>
            </a:lvl2pPr>
            <a:lvl3pPr marL="1371326" lvl="2" indent="-228554" algn="l">
              <a:spcBef>
                <a:spcPts val="660"/>
              </a:spcBef>
              <a:spcAft>
                <a:spcPts val="0"/>
              </a:spcAft>
              <a:buClr>
                <a:srgbClr val="888888"/>
              </a:buClr>
              <a:buSzPts val="3300"/>
              <a:buNone/>
              <a:defRPr sz="3300">
                <a:solidFill>
                  <a:srgbClr val="888888"/>
                </a:solidFill>
              </a:defRPr>
            </a:lvl3pPr>
            <a:lvl4pPr marL="1828434" lvl="3" indent="-228554" algn="l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4pPr>
            <a:lvl5pPr marL="2285543" lvl="4" indent="-228554" algn="l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5pPr>
            <a:lvl6pPr marL="2742651" lvl="5" indent="-228554" algn="l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6pPr>
            <a:lvl7pPr marL="3199760" lvl="6" indent="-228554" algn="l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7pPr>
            <a:lvl8pPr marL="3656868" lvl="7" indent="-228554" algn="l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8pPr>
            <a:lvl9pPr marL="4113977" lvl="8" indent="-228554" algn="l">
              <a:spcBef>
                <a:spcPts val="580"/>
              </a:spcBef>
              <a:spcAft>
                <a:spcPts val="0"/>
              </a:spcAft>
              <a:buClr>
                <a:srgbClr val="888888"/>
              </a:buClr>
              <a:buSzPts val="2900"/>
              <a:buNone/>
              <a:defRPr sz="29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4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4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4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55041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つのコンテンツ" type="twoObj">
  <p:cSld name="2 つのコンテンツ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5"/>
          <p:cNvSpPr txBox="1">
            <a:spLocks noGrp="1"/>
          </p:cNvSpPr>
          <p:nvPr>
            <p:ph type="title"/>
          </p:nvPr>
        </p:nvSpPr>
        <p:spPr>
          <a:xfrm>
            <a:off x="1064498" y="479473"/>
            <a:ext cx="19160967" cy="199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5"/>
          <p:cNvSpPr txBox="1">
            <a:spLocks noGrp="1"/>
          </p:cNvSpPr>
          <p:nvPr>
            <p:ph type="body" idx="1"/>
          </p:nvPr>
        </p:nvSpPr>
        <p:spPr>
          <a:xfrm>
            <a:off x="2480135" y="4877864"/>
            <a:ext cx="22128993" cy="13796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596781" algn="l"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5800"/>
              <a:buChar char="•"/>
              <a:defRPr sz="5800"/>
            </a:lvl1pPr>
            <a:lvl2pPr marL="914217" lvl="1" indent="-545991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–"/>
              <a:defRPr sz="5000"/>
            </a:lvl2pPr>
            <a:lvl3pPr marL="1371326" lvl="2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3pPr>
            <a:lvl4pPr marL="1828434" lvl="3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–"/>
              <a:defRPr sz="3700"/>
            </a:lvl4pPr>
            <a:lvl5pPr marL="2285543" lvl="4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»"/>
              <a:defRPr sz="3700"/>
            </a:lvl5pPr>
            <a:lvl6pPr marL="2742651" lvl="5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6pPr>
            <a:lvl7pPr marL="3199760" lvl="6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7pPr>
            <a:lvl8pPr marL="3656868" lvl="7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8pPr>
            <a:lvl9pPr marL="4113977" lvl="8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9pPr>
          </a:lstStyle>
          <a:p>
            <a:endParaRPr/>
          </a:p>
        </p:txBody>
      </p:sp>
      <p:sp>
        <p:nvSpPr>
          <p:cNvPr id="36" name="Google Shape;36;p45"/>
          <p:cNvSpPr txBox="1">
            <a:spLocks noGrp="1"/>
          </p:cNvSpPr>
          <p:nvPr>
            <p:ph type="body" idx="2"/>
          </p:nvPr>
        </p:nvSpPr>
        <p:spPr>
          <a:xfrm>
            <a:off x="24963961" y="4877864"/>
            <a:ext cx="22132690" cy="13796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596781" algn="l"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5800"/>
              <a:buChar char="•"/>
              <a:defRPr sz="5800"/>
            </a:lvl1pPr>
            <a:lvl2pPr marL="914217" lvl="1" indent="-545991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–"/>
              <a:defRPr sz="5000"/>
            </a:lvl2pPr>
            <a:lvl3pPr marL="1371326" lvl="2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3pPr>
            <a:lvl4pPr marL="1828434" lvl="3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–"/>
              <a:defRPr sz="3700"/>
            </a:lvl4pPr>
            <a:lvl5pPr marL="2285543" lvl="4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»"/>
              <a:defRPr sz="3700"/>
            </a:lvl5pPr>
            <a:lvl6pPr marL="2742651" lvl="5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6pPr>
            <a:lvl7pPr marL="3199760" lvl="6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7pPr>
            <a:lvl8pPr marL="3656868" lvl="7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8pPr>
            <a:lvl9pPr marL="4113977" lvl="8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9pPr>
          </a:lstStyle>
          <a:p>
            <a:endParaRPr/>
          </a:p>
        </p:txBody>
      </p:sp>
      <p:sp>
        <p:nvSpPr>
          <p:cNvPr id="37" name="Google Shape;37;p45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5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5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49155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比較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6"/>
          <p:cNvSpPr txBox="1">
            <a:spLocks noGrp="1"/>
          </p:cNvSpPr>
          <p:nvPr>
            <p:ph type="title"/>
          </p:nvPr>
        </p:nvSpPr>
        <p:spPr>
          <a:xfrm>
            <a:off x="1064498" y="479473"/>
            <a:ext cx="19160967" cy="199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1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6"/>
          <p:cNvSpPr txBox="1">
            <a:spLocks noGrp="1"/>
          </p:cNvSpPr>
          <p:nvPr>
            <p:ph type="body" idx="1"/>
          </p:nvPr>
        </p:nvSpPr>
        <p:spPr>
          <a:xfrm>
            <a:off x="1064499" y="2680051"/>
            <a:ext cx="9406764" cy="1116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b" anchorCtr="0">
            <a:normAutofit/>
          </a:bodyPr>
          <a:lstStyle>
            <a:lvl1pPr marL="457109" lvl="0" indent="-228554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 b="1"/>
            </a:lvl1pPr>
            <a:lvl2pPr marL="914217" lvl="1" indent="-228554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 b="1"/>
            </a:lvl2pPr>
            <a:lvl3pPr marL="1371326" lvl="2" indent="-228554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 b="1"/>
            </a:lvl3pPr>
            <a:lvl4pPr marL="1828434" lvl="3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4pPr>
            <a:lvl5pPr marL="2285543" lvl="4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5pPr>
            <a:lvl6pPr marL="2742651" lvl="5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6pPr>
            <a:lvl7pPr marL="3199760" lvl="6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7pPr>
            <a:lvl8pPr marL="3656868" lvl="7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8pPr>
            <a:lvl9pPr marL="4113977" lvl="8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9pPr>
          </a:lstStyle>
          <a:p>
            <a:endParaRPr/>
          </a:p>
        </p:txBody>
      </p:sp>
      <p:sp>
        <p:nvSpPr>
          <p:cNvPr id="43" name="Google Shape;43;p46"/>
          <p:cNvSpPr txBox="1">
            <a:spLocks noGrp="1"/>
          </p:cNvSpPr>
          <p:nvPr>
            <p:ph type="body" idx="2"/>
          </p:nvPr>
        </p:nvSpPr>
        <p:spPr>
          <a:xfrm>
            <a:off x="1064499" y="3796970"/>
            <a:ext cx="9406764" cy="689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545991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•"/>
              <a:defRPr sz="5000"/>
            </a:lvl1pPr>
            <a:lvl2pPr marL="914217" lvl="1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–"/>
              <a:defRPr sz="4200"/>
            </a:lvl2pPr>
            <a:lvl3pPr marL="1371326" lvl="2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3pPr>
            <a:lvl4pPr marL="1828434" lvl="3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–"/>
              <a:defRPr sz="3300"/>
            </a:lvl4pPr>
            <a:lvl5pPr marL="2285543" lvl="4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»"/>
              <a:defRPr sz="3300"/>
            </a:lvl5pPr>
            <a:lvl6pPr marL="2742651" lvl="5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6pPr>
            <a:lvl7pPr marL="3199760" lvl="6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7pPr>
            <a:lvl8pPr marL="3656868" lvl="7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8pPr>
            <a:lvl9pPr marL="4113977" lvl="8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9pPr>
          </a:lstStyle>
          <a:p>
            <a:endParaRPr/>
          </a:p>
        </p:txBody>
      </p:sp>
      <p:sp>
        <p:nvSpPr>
          <p:cNvPr id="44" name="Google Shape;44;p46"/>
          <p:cNvSpPr txBox="1">
            <a:spLocks noGrp="1"/>
          </p:cNvSpPr>
          <p:nvPr>
            <p:ph type="body" idx="3"/>
          </p:nvPr>
        </p:nvSpPr>
        <p:spPr>
          <a:xfrm>
            <a:off x="10815011" y="2680051"/>
            <a:ext cx="9410460" cy="1116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b" anchorCtr="0">
            <a:normAutofit/>
          </a:bodyPr>
          <a:lstStyle>
            <a:lvl1pPr marL="457109" lvl="0" indent="-228554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 b="1"/>
            </a:lvl1pPr>
            <a:lvl2pPr marL="914217" lvl="1" indent="-228554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 b="1"/>
            </a:lvl2pPr>
            <a:lvl3pPr marL="1371326" lvl="2" indent="-228554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 b="1"/>
            </a:lvl3pPr>
            <a:lvl4pPr marL="1828434" lvl="3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4pPr>
            <a:lvl5pPr marL="2285543" lvl="4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5pPr>
            <a:lvl6pPr marL="2742651" lvl="5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6pPr>
            <a:lvl7pPr marL="3199760" lvl="6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7pPr>
            <a:lvl8pPr marL="3656868" lvl="7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8pPr>
            <a:lvl9pPr marL="4113977" lvl="8" indent="-228554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None/>
              <a:defRPr sz="3300" b="1"/>
            </a:lvl9pPr>
          </a:lstStyle>
          <a:p>
            <a:endParaRPr/>
          </a:p>
        </p:txBody>
      </p:sp>
      <p:sp>
        <p:nvSpPr>
          <p:cNvPr id="45" name="Google Shape;45;p46"/>
          <p:cNvSpPr txBox="1">
            <a:spLocks noGrp="1"/>
          </p:cNvSpPr>
          <p:nvPr>
            <p:ph type="body" idx="4"/>
          </p:nvPr>
        </p:nvSpPr>
        <p:spPr>
          <a:xfrm>
            <a:off x="10815011" y="3796970"/>
            <a:ext cx="9410460" cy="689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545991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•"/>
              <a:defRPr sz="5000"/>
            </a:lvl1pPr>
            <a:lvl2pPr marL="914217" lvl="1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–"/>
              <a:defRPr sz="4200"/>
            </a:lvl2pPr>
            <a:lvl3pPr marL="1371326" lvl="2" indent="-463457" algn="l"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  <a:defRPr sz="3700"/>
            </a:lvl3pPr>
            <a:lvl4pPr marL="1828434" lvl="3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–"/>
              <a:defRPr sz="3300"/>
            </a:lvl4pPr>
            <a:lvl5pPr marL="2285543" lvl="4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»"/>
              <a:defRPr sz="3300"/>
            </a:lvl5pPr>
            <a:lvl6pPr marL="2742651" lvl="5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6pPr>
            <a:lvl7pPr marL="3199760" lvl="6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7pPr>
            <a:lvl8pPr marL="3656868" lvl="7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8pPr>
            <a:lvl9pPr marL="4113977" lvl="8" indent="-438062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3300"/>
              <a:buChar char="•"/>
              <a:defRPr sz="3300"/>
            </a:lvl9pPr>
          </a:lstStyle>
          <a:p>
            <a:endParaRPr/>
          </a:p>
        </p:txBody>
      </p:sp>
      <p:sp>
        <p:nvSpPr>
          <p:cNvPr id="46" name="Google Shape;46;p46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6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6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49604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 type="titleOnly">
  <p:cSld name="タイトルのみ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7"/>
          <p:cNvSpPr txBox="1">
            <a:spLocks noGrp="1"/>
          </p:cNvSpPr>
          <p:nvPr>
            <p:ph type="title"/>
          </p:nvPr>
        </p:nvSpPr>
        <p:spPr>
          <a:xfrm>
            <a:off x="1064498" y="479473"/>
            <a:ext cx="19160967" cy="199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7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7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7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27739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&#10;コンテンツ" type="objTx">
  <p:cSld name="タイトル付きの&#10;コンテンツ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9"/>
          <p:cNvSpPr txBox="1">
            <a:spLocks noGrp="1"/>
          </p:cNvSpPr>
          <p:nvPr>
            <p:ph type="title"/>
          </p:nvPr>
        </p:nvSpPr>
        <p:spPr>
          <a:xfrm>
            <a:off x="1064501" y="476700"/>
            <a:ext cx="7004251" cy="202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9"/>
          <p:cNvSpPr txBox="1">
            <a:spLocks noGrp="1"/>
          </p:cNvSpPr>
          <p:nvPr>
            <p:ph type="body" idx="1"/>
          </p:nvPr>
        </p:nvSpPr>
        <p:spPr>
          <a:xfrm>
            <a:off x="8323784" y="476704"/>
            <a:ext cx="11901681" cy="10218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653919" algn="l">
              <a:spcBef>
                <a:spcPts val="1340"/>
              </a:spcBef>
              <a:spcAft>
                <a:spcPts val="0"/>
              </a:spcAft>
              <a:buClr>
                <a:schemeClr val="dk1"/>
              </a:buClr>
              <a:buSzPts val="6700"/>
              <a:buChar char="•"/>
              <a:defRPr sz="6700"/>
            </a:lvl1pPr>
            <a:lvl2pPr marL="914217" lvl="1" indent="-596781" algn="l"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5800"/>
              <a:buChar char="–"/>
              <a:defRPr sz="5800"/>
            </a:lvl2pPr>
            <a:lvl3pPr marL="1371326" lvl="2" indent="-545991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Char char="•"/>
              <a:defRPr sz="5000"/>
            </a:lvl3pPr>
            <a:lvl4pPr marL="1828434" lvl="3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–"/>
              <a:defRPr sz="4200"/>
            </a:lvl4pPr>
            <a:lvl5pPr marL="2285543" lvl="4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»"/>
              <a:defRPr sz="4200"/>
            </a:lvl5pPr>
            <a:lvl6pPr marL="2742651" lvl="5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6pPr>
            <a:lvl7pPr marL="3199760" lvl="6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7pPr>
            <a:lvl8pPr marL="3656868" lvl="7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8pPr>
            <a:lvl9pPr marL="4113977" lvl="8" indent="-495201" algn="l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9pPr>
          </a:lstStyle>
          <a:p>
            <a:endParaRPr/>
          </a:p>
        </p:txBody>
      </p:sp>
      <p:sp>
        <p:nvSpPr>
          <p:cNvPr id="61" name="Google Shape;61;p49"/>
          <p:cNvSpPr txBox="1">
            <a:spLocks noGrp="1"/>
          </p:cNvSpPr>
          <p:nvPr>
            <p:ph type="body" idx="2"/>
          </p:nvPr>
        </p:nvSpPr>
        <p:spPr>
          <a:xfrm>
            <a:off x="1064501" y="2505450"/>
            <a:ext cx="7004251" cy="8189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228554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/>
            </a:lvl1pPr>
            <a:lvl2pPr marL="914217" lvl="1" indent="-228554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/>
            </a:lvl2pPr>
            <a:lvl3pPr marL="1371326" lvl="2" indent="-228554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3pPr>
            <a:lvl4pPr marL="1828434" lvl="3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4pPr>
            <a:lvl5pPr marL="2285543" lvl="4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5pPr>
            <a:lvl6pPr marL="2742651" lvl="5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6pPr>
            <a:lvl7pPr marL="3199760" lvl="6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7pPr>
            <a:lvl8pPr marL="3656868" lvl="7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8pPr>
            <a:lvl9pPr marL="4113977" lvl="8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62" name="Google Shape;62;p49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9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9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30314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図" type="picTx">
  <p:cSld name="タイトル付きの図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0"/>
          <p:cNvSpPr txBox="1">
            <a:spLocks noGrp="1"/>
          </p:cNvSpPr>
          <p:nvPr>
            <p:ph type="title"/>
          </p:nvPr>
        </p:nvSpPr>
        <p:spPr>
          <a:xfrm>
            <a:off x="4172982" y="8381048"/>
            <a:ext cx="12773979" cy="98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0"/>
          <p:cNvSpPr>
            <a:spLocks noGrp="1"/>
          </p:cNvSpPr>
          <p:nvPr>
            <p:ph type="pic" idx="2"/>
          </p:nvPr>
        </p:nvSpPr>
        <p:spPr>
          <a:xfrm>
            <a:off x="4172982" y="1069803"/>
            <a:ext cx="12773979" cy="7183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R="0" lvl="0" algn="l" rtl="0">
              <a:spcBef>
                <a:spcPts val="1340"/>
              </a:spcBef>
              <a:spcAft>
                <a:spcPts val="0"/>
              </a:spcAft>
              <a:buClr>
                <a:schemeClr val="dk1"/>
              </a:buClr>
              <a:buSzPts val="6700"/>
              <a:buFont typeface="Arial"/>
              <a:buNone/>
              <a:defRPr sz="6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Arial"/>
              <a:buNone/>
              <a:defRPr sz="5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50"/>
          <p:cNvSpPr txBox="1">
            <a:spLocks noGrp="1"/>
          </p:cNvSpPr>
          <p:nvPr>
            <p:ph type="body" idx="1"/>
          </p:nvPr>
        </p:nvSpPr>
        <p:spPr>
          <a:xfrm>
            <a:off x="4172982" y="9370479"/>
            <a:ext cx="12773979" cy="1405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228554" algn="l">
              <a:spcBef>
                <a:spcPts val="580"/>
              </a:spcBef>
              <a:spcAft>
                <a:spcPts val="0"/>
              </a:spcAft>
              <a:buClr>
                <a:schemeClr val="dk1"/>
              </a:buClr>
              <a:buSzPts val="2900"/>
              <a:buNone/>
              <a:defRPr sz="2900"/>
            </a:lvl1pPr>
            <a:lvl2pPr marL="914217" lvl="1" indent="-228554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/>
            </a:lvl2pPr>
            <a:lvl3pPr marL="1371326" lvl="2" indent="-228554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3pPr>
            <a:lvl4pPr marL="1828434" lvl="3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4pPr>
            <a:lvl5pPr marL="2285543" lvl="4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5pPr>
            <a:lvl6pPr marL="2742651" lvl="5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6pPr>
            <a:lvl7pPr marL="3199760" lvl="6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7pPr>
            <a:lvl8pPr marL="3656868" lvl="7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8pPr>
            <a:lvl9pPr marL="4113977" lvl="8" indent="-228554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69" name="Google Shape;69;p50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0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0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31878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&#10;縦書きテキスト" type="vertTx">
  <p:cSld name="タイトルと&#10;縦書きテキスト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1"/>
          <p:cNvSpPr txBox="1">
            <a:spLocks noGrp="1"/>
          </p:cNvSpPr>
          <p:nvPr>
            <p:ph type="title"/>
          </p:nvPr>
        </p:nvSpPr>
        <p:spPr>
          <a:xfrm>
            <a:off x="1064498" y="479473"/>
            <a:ext cx="19160967" cy="199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51"/>
          <p:cNvSpPr txBox="1">
            <a:spLocks noGrp="1"/>
          </p:cNvSpPr>
          <p:nvPr>
            <p:ph type="body" idx="1"/>
          </p:nvPr>
        </p:nvSpPr>
        <p:spPr>
          <a:xfrm rot="5400000">
            <a:off x="6694194" y="-2836008"/>
            <a:ext cx="7901577" cy="19160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17" lvl="1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326" lvl="2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434" lvl="3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5543" lvl="4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2651" lvl="5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760" lvl="6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6868" lvl="7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3977" lvl="8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51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1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1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58398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縦書きタイトルと&#10;縦書きテキスト" type="vertTitleAndTx">
  <p:cSld name="縦書きタイトルと&#10;縦書きテキスト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2"/>
          <p:cNvSpPr txBox="1">
            <a:spLocks noGrp="1"/>
          </p:cNvSpPr>
          <p:nvPr>
            <p:ph type="title"/>
          </p:nvPr>
        </p:nvSpPr>
        <p:spPr>
          <a:xfrm rot="5400000">
            <a:off x="32602259" y="4180039"/>
            <a:ext cx="17837441" cy="11151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52"/>
          <p:cNvSpPr txBox="1">
            <a:spLocks noGrp="1"/>
          </p:cNvSpPr>
          <p:nvPr>
            <p:ph type="body" idx="1"/>
          </p:nvPr>
        </p:nvSpPr>
        <p:spPr>
          <a:xfrm rot="5400000">
            <a:off x="10116581" y="-6799446"/>
            <a:ext cx="17837441" cy="33110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109" lvl="0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217" lvl="1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326" lvl="2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434" lvl="3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5543" lvl="4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2651" lvl="5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9760" lvl="6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6868" lvl="7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3977" lvl="8" indent="-34283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52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2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2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fld id="{00000000-1234-1234-1234-123412341234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26367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>
            <a:spLocks noGrp="1"/>
          </p:cNvSpPr>
          <p:nvPr>
            <p:ph type="title"/>
          </p:nvPr>
        </p:nvSpPr>
        <p:spPr>
          <a:xfrm>
            <a:off x="1064498" y="479473"/>
            <a:ext cx="19160967" cy="199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100"/>
              <a:buFont typeface="Arial"/>
              <a:buNone/>
              <a:defRPr sz="9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1"/>
          <p:cNvSpPr txBox="1">
            <a:spLocks noGrp="1"/>
          </p:cNvSpPr>
          <p:nvPr>
            <p:ph type="body" idx="1"/>
          </p:nvPr>
        </p:nvSpPr>
        <p:spPr>
          <a:xfrm>
            <a:off x="1064498" y="2793687"/>
            <a:ext cx="19160967" cy="7901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t" anchorCtr="0">
            <a:normAutofit/>
          </a:bodyPr>
          <a:lstStyle>
            <a:lvl1pPr marL="457200" marR="0" lvl="0" indent="-654050" algn="l" rtl="0">
              <a:spcBef>
                <a:spcPts val="1340"/>
              </a:spcBef>
              <a:spcAft>
                <a:spcPts val="0"/>
              </a:spcAft>
              <a:buClr>
                <a:schemeClr val="dk1"/>
              </a:buClr>
              <a:buSzPts val="6700"/>
              <a:buFont typeface="Arial"/>
              <a:buChar char="•"/>
              <a:defRPr sz="6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596900" algn="l" rtl="0">
              <a:spcBef>
                <a:spcPts val="1160"/>
              </a:spcBef>
              <a:spcAft>
                <a:spcPts val="0"/>
              </a:spcAft>
              <a:buClr>
                <a:schemeClr val="dk1"/>
              </a:buClr>
              <a:buSzPts val="5800"/>
              <a:buFont typeface="Arial"/>
              <a:buChar char="–"/>
              <a:defRPr sz="5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5461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Char char="•"/>
              <a:defRPr sz="5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9530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–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9530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»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9530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9530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9530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95300" algn="l" rtl="0"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41"/>
          <p:cNvSpPr txBox="1">
            <a:spLocks noGrp="1"/>
          </p:cNvSpPr>
          <p:nvPr>
            <p:ph type="dt" idx="10"/>
          </p:nvPr>
        </p:nvSpPr>
        <p:spPr>
          <a:xfrm>
            <a:off x="1064499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3" name="Google Shape;13;p41"/>
          <p:cNvSpPr txBox="1">
            <a:spLocks noGrp="1"/>
          </p:cNvSpPr>
          <p:nvPr>
            <p:ph type="ftr" idx="11"/>
          </p:nvPr>
        </p:nvSpPr>
        <p:spPr>
          <a:xfrm>
            <a:off x="7274071" y="11097128"/>
            <a:ext cx="6741822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4" name="Google Shape;14;p41"/>
          <p:cNvSpPr txBox="1">
            <a:spLocks noGrp="1"/>
          </p:cNvSpPr>
          <p:nvPr>
            <p:ph type="sldNum" idx="12"/>
          </p:nvPr>
        </p:nvSpPr>
        <p:spPr>
          <a:xfrm>
            <a:off x="15257806" y="11097128"/>
            <a:ext cx="4967658" cy="637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037" tIns="95006" rIns="190037" bIns="95006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5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400"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ja-JP" kern="0" smtClean="0"/>
              <a:pPr defTabSz="914400">
                <a:buClr>
                  <a:srgbClr val="000000"/>
                </a:buClr>
                <a:buFont typeface="Arial"/>
                <a:buNone/>
              </a:pPr>
              <a:t>‹#›</a:t>
            </a:fld>
            <a:endParaRPr lang="ja-JP" altLang="en-US" kern="0"/>
          </a:p>
        </p:txBody>
      </p:sp>
    </p:spTree>
    <p:extLst>
      <p:ext uri="{BB962C8B-B14F-4D97-AF65-F5344CB8AC3E}">
        <p14:creationId xmlns:p14="http://schemas.microsoft.com/office/powerpoint/2010/main" val="200829717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/>
        </p:nvGrpSpPr>
        <p:grpSpPr>
          <a:xfrm>
            <a:off x="3173113" y="2206482"/>
            <a:ext cx="13143594" cy="8099961"/>
            <a:chOff x="3173586" y="2206773"/>
            <a:chExt cx="13145554" cy="8101035"/>
          </a:xfrm>
        </p:grpSpPr>
        <p:sp>
          <p:nvSpPr>
            <p:cNvPr id="48" name="Google Shape;88;p1"/>
            <p:cNvSpPr/>
            <p:nvPr/>
          </p:nvSpPr>
          <p:spPr>
            <a:xfrm>
              <a:off x="3173586" y="2803229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FFFFFF"/>
                  </a:solidFill>
                  <a:cs typeface="Arial"/>
                  <a:sym typeface="Arial"/>
                </a:rPr>
                <a:t>A</a:t>
              </a:r>
              <a:endParaRPr sz="48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88;p1"/>
            <p:cNvSpPr/>
            <p:nvPr/>
          </p:nvSpPr>
          <p:spPr>
            <a:xfrm>
              <a:off x="8871101" y="2803229"/>
              <a:ext cx="1658664" cy="15716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FFFFFF"/>
                  </a:solidFill>
                  <a:cs typeface="Arial"/>
                  <a:sym typeface="Arial"/>
                </a:rPr>
                <a:t>B</a:t>
              </a:r>
              <a:endParaRPr sz="48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88;p1"/>
            <p:cNvSpPr/>
            <p:nvPr/>
          </p:nvSpPr>
          <p:spPr>
            <a:xfrm>
              <a:off x="14568618" y="2803229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FFFFFF"/>
                  </a:solidFill>
                  <a:cs typeface="Arial"/>
                  <a:sym typeface="Arial"/>
                </a:rPr>
                <a:t>C</a:t>
              </a:r>
              <a:endParaRPr sz="48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88;p1"/>
            <p:cNvSpPr/>
            <p:nvPr/>
          </p:nvSpPr>
          <p:spPr>
            <a:xfrm>
              <a:off x="3173586" y="7937093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FFFFFF"/>
                  </a:solidFill>
                  <a:cs typeface="Arial"/>
                  <a:sym typeface="Arial"/>
                </a:rPr>
                <a:t>D</a:t>
              </a:r>
              <a:endParaRPr sz="48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88;p1"/>
            <p:cNvSpPr/>
            <p:nvPr/>
          </p:nvSpPr>
          <p:spPr>
            <a:xfrm>
              <a:off x="8871103" y="7937093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FFFFFF"/>
                  </a:solidFill>
                  <a:cs typeface="Arial"/>
                  <a:sym typeface="Arial"/>
                </a:rPr>
                <a:t>E</a:t>
              </a:r>
              <a:endParaRPr sz="48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88;p1"/>
            <p:cNvSpPr/>
            <p:nvPr/>
          </p:nvSpPr>
          <p:spPr>
            <a:xfrm>
              <a:off x="14568618" y="7937093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FFFFFF"/>
                  </a:solidFill>
                  <a:cs typeface="Arial"/>
                  <a:sym typeface="Arial"/>
                </a:rPr>
                <a:t>F</a:t>
              </a:r>
              <a:endParaRPr sz="48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6" name="正方形/長方形 5"/>
            <p:cNvSpPr/>
            <p:nvPr/>
          </p:nvSpPr>
          <p:spPr>
            <a:xfrm>
              <a:off x="4820499" y="3281664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5" name="正方形/長方形 34"/>
            <p:cNvSpPr/>
            <p:nvPr/>
          </p:nvSpPr>
          <p:spPr>
            <a:xfrm>
              <a:off x="10518014" y="3281664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6" name="正方形/長方形 35"/>
            <p:cNvSpPr/>
            <p:nvPr/>
          </p:nvSpPr>
          <p:spPr>
            <a:xfrm>
              <a:off x="4820500" y="8415528"/>
              <a:ext cx="4062353" cy="61479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FFFFFF"/>
                  </a:solidFill>
                  <a:sym typeface="Arial"/>
                </a:rPr>
                <a:t>10</a:t>
              </a:r>
              <a:endParaRPr kumimoji="1" lang="ja-JP" altLang="en-US" sz="44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37" name="正方形/長方形 36"/>
            <p:cNvSpPr/>
            <p:nvPr/>
          </p:nvSpPr>
          <p:spPr>
            <a:xfrm>
              <a:off x="10518017" y="8415528"/>
              <a:ext cx="4062353" cy="61479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FFFFFF"/>
                  </a:solidFill>
                  <a:sym typeface="Arial"/>
                </a:rPr>
                <a:t>7</a:t>
              </a:r>
              <a:endParaRPr kumimoji="1" lang="ja-JP" altLang="en-US" sz="44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41" name="正方形/長方形 40"/>
            <p:cNvSpPr/>
            <p:nvPr/>
          </p:nvSpPr>
          <p:spPr>
            <a:xfrm>
              <a:off x="3696256" y="4477518"/>
              <a:ext cx="613325" cy="335694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FFFFFF"/>
                  </a:solidFill>
                  <a:sym typeface="Arial"/>
                </a:rPr>
                <a:t>5</a:t>
              </a:r>
              <a:endParaRPr kumimoji="1" lang="ja-JP" altLang="en-US" sz="44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44" name="正方形/長方形 43"/>
            <p:cNvSpPr/>
            <p:nvPr/>
          </p:nvSpPr>
          <p:spPr>
            <a:xfrm>
              <a:off x="9419719" y="4477518"/>
              <a:ext cx="613325" cy="335694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FFFFFF"/>
                  </a:solidFill>
                  <a:sym typeface="Arial"/>
                </a:rPr>
                <a:t>3</a:t>
              </a:r>
              <a:endParaRPr kumimoji="1" lang="ja-JP" altLang="en-US" sz="44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45" name="正方形/長方形 44"/>
            <p:cNvSpPr/>
            <p:nvPr/>
          </p:nvSpPr>
          <p:spPr>
            <a:xfrm>
              <a:off x="15091288" y="4477518"/>
              <a:ext cx="613325" cy="335694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FFFFFF"/>
                  </a:solidFill>
                  <a:sym typeface="Arial"/>
                </a:rPr>
                <a:t>7</a:t>
              </a:r>
              <a:endParaRPr kumimoji="1" lang="ja-JP" altLang="en-US" sz="44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16" name="正方形/長方形 15"/>
            <p:cNvSpPr/>
            <p:nvPr/>
          </p:nvSpPr>
          <p:spPr>
            <a:xfrm rot="2411632">
              <a:off x="4065796" y="5797038"/>
              <a:ext cx="5603834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17" name="正方形/長方形 16"/>
            <p:cNvSpPr/>
            <p:nvPr/>
          </p:nvSpPr>
          <p:spPr>
            <a:xfrm rot="19103666">
              <a:off x="9746482" y="5912116"/>
              <a:ext cx="5603834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15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18" name="テキスト ボックス 17"/>
            <p:cNvSpPr txBox="1"/>
            <p:nvPr/>
          </p:nvSpPr>
          <p:spPr>
            <a:xfrm>
              <a:off x="4345764" y="2206773"/>
              <a:ext cx="498855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400" kern="0" dirty="0">
                  <a:solidFill>
                    <a:srgbClr val="000000"/>
                  </a:solidFill>
                  <a:cs typeface="Arial"/>
                  <a:sym typeface="Arial"/>
                </a:rPr>
                <a:t>0</a:t>
              </a:r>
              <a:endPara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テキスト ボックス 18"/>
            <p:cNvSpPr txBox="1"/>
            <p:nvPr/>
          </p:nvSpPr>
          <p:spPr>
            <a:xfrm>
              <a:off x="9967691" y="2206773"/>
              <a:ext cx="498855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400" kern="0" dirty="0">
                  <a:solidFill>
                    <a:srgbClr val="000000"/>
                  </a:solidFill>
                  <a:cs typeface="Arial"/>
                  <a:sym typeface="Arial"/>
                </a:rPr>
                <a:t>3</a:t>
              </a:r>
              <a:endPara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" name="テキスト ボックス 19"/>
            <p:cNvSpPr txBox="1"/>
            <p:nvPr/>
          </p:nvSpPr>
          <p:spPr>
            <a:xfrm>
              <a:off x="15820285" y="2206773"/>
              <a:ext cx="498855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400" kern="0" dirty="0">
                  <a:solidFill>
                    <a:srgbClr val="000000"/>
                  </a:solidFill>
                  <a:cs typeface="Arial"/>
                  <a:sym typeface="Arial"/>
                </a:rPr>
                <a:t>7</a:t>
              </a:r>
              <a:endPara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1" name="テキスト ボックス 20"/>
            <p:cNvSpPr txBox="1"/>
            <p:nvPr/>
          </p:nvSpPr>
          <p:spPr>
            <a:xfrm>
              <a:off x="4345764" y="9538367"/>
              <a:ext cx="498855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400" kern="0" dirty="0">
                  <a:solidFill>
                    <a:srgbClr val="000000"/>
                  </a:solidFill>
                  <a:cs typeface="Arial"/>
                  <a:sym typeface="Arial"/>
                </a:rPr>
                <a:t>5</a:t>
              </a:r>
              <a:endPara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" name="テキスト ボックス 22"/>
            <p:cNvSpPr txBox="1"/>
            <p:nvPr/>
          </p:nvSpPr>
          <p:spPr>
            <a:xfrm>
              <a:off x="9967691" y="9538367"/>
              <a:ext cx="813043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400" kern="0" dirty="0">
                  <a:solidFill>
                    <a:srgbClr val="000000"/>
                  </a:solidFill>
                  <a:cs typeface="Arial"/>
                  <a:sym typeface="Arial"/>
                </a:rPr>
                <a:t>10</a:t>
              </a:r>
              <a:endPara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" name="テキスト ボックス 23"/>
            <p:cNvSpPr txBox="1"/>
            <p:nvPr/>
          </p:nvSpPr>
          <p:spPr>
            <a:xfrm>
              <a:off x="15820285" y="9538367"/>
              <a:ext cx="498855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400" kern="0" dirty="0">
                  <a:solidFill>
                    <a:srgbClr val="000000"/>
                  </a:solidFill>
                  <a:cs typeface="Arial"/>
                  <a:sym typeface="Arial"/>
                </a:rPr>
                <a:t>7</a:t>
              </a:r>
              <a:endPara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0758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/>
        </p:nvGrpSpPr>
        <p:grpSpPr>
          <a:xfrm>
            <a:off x="3173113" y="2206482"/>
            <a:ext cx="13231746" cy="8099961"/>
            <a:chOff x="3173586" y="2206773"/>
            <a:chExt cx="13233719" cy="8101035"/>
          </a:xfrm>
        </p:grpSpPr>
        <p:sp>
          <p:nvSpPr>
            <p:cNvPr id="48" name="Google Shape;88;p1"/>
            <p:cNvSpPr/>
            <p:nvPr/>
          </p:nvSpPr>
          <p:spPr>
            <a:xfrm>
              <a:off x="3173586" y="2803229"/>
              <a:ext cx="1658664" cy="15716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88;p1"/>
            <p:cNvSpPr/>
            <p:nvPr/>
          </p:nvSpPr>
          <p:spPr>
            <a:xfrm>
              <a:off x="8871101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88;p1"/>
            <p:cNvSpPr/>
            <p:nvPr/>
          </p:nvSpPr>
          <p:spPr>
            <a:xfrm>
              <a:off x="14568618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88;p1"/>
            <p:cNvSpPr/>
            <p:nvPr/>
          </p:nvSpPr>
          <p:spPr>
            <a:xfrm>
              <a:off x="3173586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88;p1"/>
            <p:cNvSpPr/>
            <p:nvPr/>
          </p:nvSpPr>
          <p:spPr>
            <a:xfrm>
              <a:off x="8871103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E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88;p1"/>
            <p:cNvSpPr/>
            <p:nvPr/>
          </p:nvSpPr>
          <p:spPr>
            <a:xfrm>
              <a:off x="14568618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F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" name="正方形/長方形 5"/>
            <p:cNvSpPr/>
            <p:nvPr/>
          </p:nvSpPr>
          <p:spPr>
            <a:xfrm>
              <a:off x="4820499" y="3281664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5" name="正方形/長方形 34"/>
            <p:cNvSpPr/>
            <p:nvPr/>
          </p:nvSpPr>
          <p:spPr>
            <a:xfrm>
              <a:off x="10518014" y="3281664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6" name="正方形/長方形 35"/>
            <p:cNvSpPr/>
            <p:nvPr/>
          </p:nvSpPr>
          <p:spPr>
            <a:xfrm>
              <a:off x="4820500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7" name="正方形/長方形 36"/>
            <p:cNvSpPr/>
            <p:nvPr/>
          </p:nvSpPr>
          <p:spPr>
            <a:xfrm>
              <a:off x="10518017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1" name="正方形/長方形 40"/>
            <p:cNvSpPr/>
            <p:nvPr/>
          </p:nvSpPr>
          <p:spPr>
            <a:xfrm>
              <a:off x="3696256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4" name="正方形/長方形 43"/>
            <p:cNvSpPr/>
            <p:nvPr/>
          </p:nvSpPr>
          <p:spPr>
            <a:xfrm>
              <a:off x="9419719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5" name="正方形/長方形 44"/>
            <p:cNvSpPr/>
            <p:nvPr/>
          </p:nvSpPr>
          <p:spPr>
            <a:xfrm>
              <a:off x="15091288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16" name="正方形/長方形 15"/>
            <p:cNvSpPr/>
            <p:nvPr/>
          </p:nvSpPr>
          <p:spPr>
            <a:xfrm rot="2411632">
              <a:off x="4065796" y="5797038"/>
              <a:ext cx="5603834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17" name="正方形/長方形 16"/>
            <p:cNvSpPr/>
            <p:nvPr/>
          </p:nvSpPr>
          <p:spPr>
            <a:xfrm rot="19103666">
              <a:off x="9746482" y="5912116"/>
              <a:ext cx="5603834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15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18" name="テキスト ボックス 17"/>
            <p:cNvSpPr txBox="1"/>
            <p:nvPr/>
          </p:nvSpPr>
          <p:spPr>
            <a:xfrm>
              <a:off x="4345764" y="2206773"/>
              <a:ext cx="498855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400" kern="0" dirty="0">
                  <a:solidFill>
                    <a:srgbClr val="000000"/>
                  </a:solidFill>
                  <a:cs typeface="Arial"/>
                  <a:sym typeface="Arial"/>
                </a:rPr>
                <a:t>0</a:t>
              </a:r>
              <a:endPara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テキスト ボックス 18"/>
            <p:cNvSpPr txBox="1"/>
            <p:nvPr/>
          </p:nvSpPr>
          <p:spPr>
            <a:xfrm>
              <a:off x="9967691" y="2206773"/>
              <a:ext cx="587020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ja-JP" altLang="en-US" sz="4400" kern="0" dirty="0">
                  <a:solidFill>
                    <a:srgbClr val="000000"/>
                  </a:solidFill>
                  <a:cs typeface="Arial"/>
                  <a:sym typeface="Arial"/>
                </a:rPr>
                <a:t>∞</a:t>
              </a:r>
            </a:p>
          </p:txBody>
        </p:sp>
        <p:sp>
          <p:nvSpPr>
            <p:cNvPr id="20" name="テキスト ボックス 19"/>
            <p:cNvSpPr txBox="1"/>
            <p:nvPr/>
          </p:nvSpPr>
          <p:spPr>
            <a:xfrm>
              <a:off x="15820285" y="2206773"/>
              <a:ext cx="587020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ja-JP" altLang="en-US" sz="4400" kern="0" dirty="0">
                  <a:solidFill>
                    <a:srgbClr val="000000"/>
                  </a:solidFill>
                  <a:cs typeface="Arial"/>
                  <a:sym typeface="Arial"/>
                </a:rPr>
                <a:t>∞</a:t>
              </a:r>
            </a:p>
          </p:txBody>
        </p:sp>
        <p:sp>
          <p:nvSpPr>
            <p:cNvPr id="21" name="テキスト ボックス 20"/>
            <p:cNvSpPr txBox="1"/>
            <p:nvPr/>
          </p:nvSpPr>
          <p:spPr>
            <a:xfrm>
              <a:off x="4345764" y="9538367"/>
              <a:ext cx="587020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ja-JP" altLang="en-US" sz="4400" kern="0" dirty="0">
                  <a:solidFill>
                    <a:srgbClr val="000000"/>
                  </a:solidFill>
                  <a:cs typeface="Arial"/>
                  <a:sym typeface="Arial"/>
                </a:rPr>
                <a:t>∞</a:t>
              </a:r>
            </a:p>
          </p:txBody>
        </p:sp>
        <p:sp>
          <p:nvSpPr>
            <p:cNvPr id="23" name="テキスト ボックス 22"/>
            <p:cNvSpPr txBox="1"/>
            <p:nvPr/>
          </p:nvSpPr>
          <p:spPr>
            <a:xfrm>
              <a:off x="9967691" y="9538367"/>
              <a:ext cx="587020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ja-JP" altLang="en-US" sz="4400" kern="0" dirty="0">
                  <a:solidFill>
                    <a:srgbClr val="000000"/>
                  </a:solidFill>
                  <a:cs typeface="Arial"/>
                  <a:sym typeface="Arial"/>
                </a:rPr>
                <a:t>∞</a:t>
              </a:r>
            </a:p>
          </p:txBody>
        </p:sp>
        <p:sp>
          <p:nvSpPr>
            <p:cNvPr id="24" name="テキスト ボックス 23"/>
            <p:cNvSpPr txBox="1"/>
            <p:nvPr/>
          </p:nvSpPr>
          <p:spPr>
            <a:xfrm>
              <a:off x="15820285" y="9538367"/>
              <a:ext cx="587020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ja-JP" altLang="en-US" sz="4400" kern="0" dirty="0">
                  <a:solidFill>
                    <a:srgbClr val="000000"/>
                  </a:solidFill>
                  <a:cs typeface="Arial"/>
                  <a:sym typeface="Arial"/>
                </a:rPr>
                <a:t>∞</a:t>
              </a:r>
            </a:p>
          </p:txBody>
        </p:sp>
      </p:grpSp>
      <p:sp>
        <p:nvSpPr>
          <p:cNvPr id="28" name="正方形/長方形 27"/>
          <p:cNvSpPr/>
          <p:nvPr/>
        </p:nvSpPr>
        <p:spPr>
          <a:xfrm>
            <a:off x="1171136" y="1471941"/>
            <a:ext cx="1445973" cy="730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2400" b="1" kern="0" dirty="0" smtClean="0">
                <a:solidFill>
                  <a:srgbClr val="FFFFFF"/>
                </a:solidFill>
                <a:sym typeface="Arial"/>
              </a:rPr>
              <a:t>STEP1</a:t>
            </a:r>
            <a:endParaRPr kumimoji="1" lang="ja-JP" altLang="en-US" sz="2400" b="1" kern="0" dirty="0">
              <a:solidFill>
                <a:srgbClr val="FFFFFF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66395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/>
        </p:nvGrpSpPr>
        <p:grpSpPr>
          <a:xfrm>
            <a:off x="3173113" y="2206482"/>
            <a:ext cx="13231746" cy="8099961"/>
            <a:chOff x="3173586" y="2206773"/>
            <a:chExt cx="13233719" cy="8101035"/>
          </a:xfrm>
        </p:grpSpPr>
        <p:sp>
          <p:nvSpPr>
            <p:cNvPr id="48" name="Google Shape;88;p1"/>
            <p:cNvSpPr/>
            <p:nvPr/>
          </p:nvSpPr>
          <p:spPr>
            <a:xfrm>
              <a:off x="3173586" y="2803229"/>
              <a:ext cx="1658664" cy="157166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A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88;p1"/>
            <p:cNvSpPr/>
            <p:nvPr/>
          </p:nvSpPr>
          <p:spPr>
            <a:xfrm>
              <a:off x="8871101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88;p1"/>
            <p:cNvSpPr/>
            <p:nvPr/>
          </p:nvSpPr>
          <p:spPr>
            <a:xfrm>
              <a:off x="14568618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88;p1"/>
            <p:cNvSpPr/>
            <p:nvPr/>
          </p:nvSpPr>
          <p:spPr>
            <a:xfrm>
              <a:off x="3173586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88;p1"/>
            <p:cNvSpPr/>
            <p:nvPr/>
          </p:nvSpPr>
          <p:spPr>
            <a:xfrm>
              <a:off x="8871103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E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88;p1"/>
            <p:cNvSpPr/>
            <p:nvPr/>
          </p:nvSpPr>
          <p:spPr>
            <a:xfrm>
              <a:off x="14568618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800" b="1" kern="0" dirty="0">
                  <a:solidFill>
                    <a:srgbClr val="000000"/>
                  </a:solidFill>
                  <a:cs typeface="Arial"/>
                  <a:sym typeface="Arial"/>
                </a:rPr>
                <a:t>F</a:t>
              </a:r>
              <a:endParaRPr sz="4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" name="正方形/長方形 5"/>
            <p:cNvSpPr/>
            <p:nvPr/>
          </p:nvSpPr>
          <p:spPr>
            <a:xfrm>
              <a:off x="4820499" y="3281664"/>
              <a:ext cx="4062353" cy="61479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5" name="正方形/長方形 34"/>
            <p:cNvSpPr/>
            <p:nvPr/>
          </p:nvSpPr>
          <p:spPr>
            <a:xfrm>
              <a:off x="10518014" y="3281664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6" name="正方形/長方形 35"/>
            <p:cNvSpPr/>
            <p:nvPr/>
          </p:nvSpPr>
          <p:spPr>
            <a:xfrm>
              <a:off x="4820500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7" name="正方形/長方形 36"/>
            <p:cNvSpPr/>
            <p:nvPr/>
          </p:nvSpPr>
          <p:spPr>
            <a:xfrm>
              <a:off x="10518017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1" name="正方形/長方形 40"/>
            <p:cNvSpPr/>
            <p:nvPr/>
          </p:nvSpPr>
          <p:spPr>
            <a:xfrm>
              <a:off x="3696256" y="4477518"/>
              <a:ext cx="613325" cy="3356947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5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4" name="正方形/長方形 43"/>
            <p:cNvSpPr/>
            <p:nvPr/>
          </p:nvSpPr>
          <p:spPr>
            <a:xfrm>
              <a:off x="9419719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5" name="正方形/長方形 44"/>
            <p:cNvSpPr/>
            <p:nvPr/>
          </p:nvSpPr>
          <p:spPr>
            <a:xfrm>
              <a:off x="15091288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16" name="正方形/長方形 15"/>
            <p:cNvSpPr/>
            <p:nvPr/>
          </p:nvSpPr>
          <p:spPr>
            <a:xfrm rot="2411632">
              <a:off x="4065796" y="5797038"/>
              <a:ext cx="5603834" cy="61479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17" name="正方形/長方形 16"/>
            <p:cNvSpPr/>
            <p:nvPr/>
          </p:nvSpPr>
          <p:spPr>
            <a:xfrm rot="19103666">
              <a:off x="9746482" y="5912116"/>
              <a:ext cx="5603834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400" b="1" kern="0" dirty="0">
                  <a:solidFill>
                    <a:srgbClr val="000000"/>
                  </a:solidFill>
                  <a:sym typeface="Arial"/>
                </a:rPr>
                <a:t>15</a:t>
              </a:r>
              <a:endParaRPr kumimoji="1" lang="ja-JP" altLang="en-US" sz="44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18" name="テキスト ボックス 17"/>
            <p:cNvSpPr txBox="1"/>
            <p:nvPr/>
          </p:nvSpPr>
          <p:spPr>
            <a:xfrm>
              <a:off x="4345764" y="2206773"/>
              <a:ext cx="498855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400" kern="0" dirty="0">
                  <a:solidFill>
                    <a:srgbClr val="000000"/>
                  </a:solidFill>
                  <a:cs typeface="Arial"/>
                  <a:sym typeface="Arial"/>
                </a:rPr>
                <a:t>0</a:t>
              </a:r>
              <a:endPara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テキスト ボックス 18"/>
            <p:cNvSpPr txBox="1"/>
            <p:nvPr/>
          </p:nvSpPr>
          <p:spPr>
            <a:xfrm>
              <a:off x="9967691" y="2206773"/>
              <a:ext cx="813043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400" kern="0" dirty="0">
                  <a:solidFill>
                    <a:srgbClr val="000000"/>
                  </a:solidFill>
                  <a:cs typeface="Arial"/>
                  <a:sym typeface="Arial"/>
                </a:rPr>
                <a:t>20</a:t>
              </a:r>
              <a:endPara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" name="テキスト ボックス 19"/>
            <p:cNvSpPr txBox="1"/>
            <p:nvPr/>
          </p:nvSpPr>
          <p:spPr>
            <a:xfrm>
              <a:off x="15820285" y="2206773"/>
              <a:ext cx="587020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ja-JP" altLang="en-US" sz="4400" kern="0" dirty="0">
                  <a:solidFill>
                    <a:srgbClr val="000000"/>
                  </a:solidFill>
                  <a:cs typeface="Arial"/>
                  <a:sym typeface="Arial"/>
                </a:rPr>
                <a:t>∞</a:t>
              </a:r>
            </a:p>
          </p:txBody>
        </p:sp>
        <p:sp>
          <p:nvSpPr>
            <p:cNvPr id="21" name="テキスト ボックス 20"/>
            <p:cNvSpPr txBox="1"/>
            <p:nvPr/>
          </p:nvSpPr>
          <p:spPr>
            <a:xfrm>
              <a:off x="4345764" y="9538367"/>
              <a:ext cx="498855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400" kern="0" dirty="0">
                  <a:solidFill>
                    <a:srgbClr val="000000"/>
                  </a:solidFill>
                  <a:cs typeface="Arial"/>
                  <a:sym typeface="Arial"/>
                </a:rPr>
                <a:t>5</a:t>
              </a:r>
              <a:endPara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" name="テキスト ボックス 22"/>
            <p:cNvSpPr txBox="1"/>
            <p:nvPr/>
          </p:nvSpPr>
          <p:spPr>
            <a:xfrm>
              <a:off x="9967691" y="9538367"/>
              <a:ext cx="813043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400" kern="0" dirty="0">
                  <a:solidFill>
                    <a:srgbClr val="000000"/>
                  </a:solidFill>
                  <a:cs typeface="Arial"/>
                  <a:sym typeface="Arial"/>
                </a:rPr>
                <a:t>10</a:t>
              </a:r>
              <a:endParaRPr kumimoji="1" lang="ja-JP" altLang="en-US" sz="44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" name="テキスト ボックス 23"/>
            <p:cNvSpPr txBox="1"/>
            <p:nvPr/>
          </p:nvSpPr>
          <p:spPr>
            <a:xfrm>
              <a:off x="15820285" y="9538367"/>
              <a:ext cx="587020" cy="7694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ja-JP" altLang="en-US" sz="4400" kern="0" dirty="0">
                  <a:solidFill>
                    <a:srgbClr val="000000"/>
                  </a:solidFill>
                  <a:cs typeface="Arial"/>
                  <a:sym typeface="Arial"/>
                </a:rPr>
                <a:t>∞</a:t>
              </a:r>
            </a:p>
          </p:txBody>
        </p:sp>
      </p:grpSp>
      <p:sp>
        <p:nvSpPr>
          <p:cNvPr id="28" name="正方形/長方形 27"/>
          <p:cNvSpPr/>
          <p:nvPr/>
        </p:nvSpPr>
        <p:spPr>
          <a:xfrm>
            <a:off x="1171136" y="1471941"/>
            <a:ext cx="1445973" cy="730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2400" b="1" kern="0" dirty="0" smtClean="0">
                <a:solidFill>
                  <a:srgbClr val="FFFFFF"/>
                </a:solidFill>
                <a:sym typeface="Arial"/>
              </a:rPr>
              <a:t>STEP2</a:t>
            </a:r>
            <a:endParaRPr kumimoji="1" lang="ja-JP" altLang="en-US" sz="2400" b="1" kern="0" dirty="0">
              <a:solidFill>
                <a:srgbClr val="FFFFFF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6523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/>
        </p:nvGrpSpPr>
        <p:grpSpPr>
          <a:xfrm>
            <a:off x="1466763" y="3388826"/>
            <a:ext cx="8351571" cy="5195273"/>
            <a:chOff x="3173586" y="2206773"/>
            <a:chExt cx="13452295" cy="8368147"/>
          </a:xfrm>
        </p:grpSpPr>
        <p:sp>
          <p:nvSpPr>
            <p:cNvPr id="48" name="Google Shape;88;p1"/>
            <p:cNvSpPr/>
            <p:nvPr/>
          </p:nvSpPr>
          <p:spPr>
            <a:xfrm>
              <a:off x="3173586" y="2803229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A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88;p1"/>
            <p:cNvSpPr/>
            <p:nvPr/>
          </p:nvSpPr>
          <p:spPr>
            <a:xfrm>
              <a:off x="8871101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88;p1"/>
            <p:cNvSpPr/>
            <p:nvPr/>
          </p:nvSpPr>
          <p:spPr>
            <a:xfrm>
              <a:off x="14568618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88;p1"/>
            <p:cNvSpPr/>
            <p:nvPr/>
          </p:nvSpPr>
          <p:spPr>
            <a:xfrm>
              <a:off x="3173586" y="7937093"/>
              <a:ext cx="1658664" cy="15716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D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88;p1"/>
            <p:cNvSpPr/>
            <p:nvPr/>
          </p:nvSpPr>
          <p:spPr>
            <a:xfrm>
              <a:off x="8871103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E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88;p1"/>
            <p:cNvSpPr/>
            <p:nvPr/>
          </p:nvSpPr>
          <p:spPr>
            <a:xfrm>
              <a:off x="14568618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F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" name="正方形/長方形 5"/>
            <p:cNvSpPr/>
            <p:nvPr/>
          </p:nvSpPr>
          <p:spPr>
            <a:xfrm>
              <a:off x="4820499" y="3281664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5" name="正方形/長方形 34"/>
            <p:cNvSpPr/>
            <p:nvPr/>
          </p:nvSpPr>
          <p:spPr>
            <a:xfrm>
              <a:off x="10518014" y="3281664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6" name="正方形/長方形 35"/>
            <p:cNvSpPr/>
            <p:nvPr/>
          </p:nvSpPr>
          <p:spPr>
            <a:xfrm>
              <a:off x="4820500" y="8415528"/>
              <a:ext cx="4062353" cy="61479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7" name="正方形/長方形 36"/>
            <p:cNvSpPr/>
            <p:nvPr/>
          </p:nvSpPr>
          <p:spPr>
            <a:xfrm>
              <a:off x="10518017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1" name="正方形/長方形 40"/>
            <p:cNvSpPr/>
            <p:nvPr/>
          </p:nvSpPr>
          <p:spPr>
            <a:xfrm>
              <a:off x="3696256" y="4477518"/>
              <a:ext cx="613325" cy="335694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FFFFFF"/>
                  </a:solidFill>
                  <a:sym typeface="Arial"/>
                </a:rPr>
                <a:t>5</a:t>
              </a:r>
              <a:endParaRPr kumimoji="1" lang="ja-JP" altLang="en-US" sz="40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44" name="正方形/長方形 43"/>
            <p:cNvSpPr/>
            <p:nvPr/>
          </p:nvSpPr>
          <p:spPr>
            <a:xfrm>
              <a:off x="9419719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5" name="正方形/長方形 44"/>
            <p:cNvSpPr/>
            <p:nvPr/>
          </p:nvSpPr>
          <p:spPr>
            <a:xfrm>
              <a:off x="15091288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16" name="正方形/長方形 15"/>
            <p:cNvSpPr/>
            <p:nvPr/>
          </p:nvSpPr>
          <p:spPr>
            <a:xfrm rot="2411632">
              <a:off x="4065796" y="5797038"/>
              <a:ext cx="5603834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17" name="正方形/長方形 16"/>
            <p:cNvSpPr/>
            <p:nvPr/>
          </p:nvSpPr>
          <p:spPr>
            <a:xfrm rot="19103666">
              <a:off x="9746482" y="5912116"/>
              <a:ext cx="5603834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18" name="テキスト ボックス 17"/>
            <p:cNvSpPr txBox="1"/>
            <p:nvPr/>
          </p:nvSpPr>
          <p:spPr>
            <a:xfrm>
              <a:off x="4345764" y="2206773"/>
              <a:ext cx="688230" cy="10365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0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テキスト ボックス 18"/>
            <p:cNvSpPr txBox="1"/>
            <p:nvPr/>
          </p:nvSpPr>
          <p:spPr>
            <a:xfrm>
              <a:off x="9967691" y="2206773"/>
              <a:ext cx="1106051" cy="10365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20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0" name="テキスト ボックス 19"/>
            <p:cNvSpPr txBox="1"/>
            <p:nvPr/>
          </p:nvSpPr>
          <p:spPr>
            <a:xfrm>
              <a:off x="15820285" y="2206773"/>
              <a:ext cx="805596" cy="10365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ja-JP" altLang="en-US" sz="4000" kern="0" dirty="0">
                  <a:solidFill>
                    <a:srgbClr val="000000"/>
                  </a:solidFill>
                  <a:cs typeface="Arial"/>
                  <a:sym typeface="Arial"/>
                </a:rPr>
                <a:t>∞</a:t>
              </a:r>
            </a:p>
          </p:txBody>
        </p:sp>
        <p:sp>
          <p:nvSpPr>
            <p:cNvPr id="21" name="テキスト ボックス 20"/>
            <p:cNvSpPr txBox="1"/>
            <p:nvPr/>
          </p:nvSpPr>
          <p:spPr>
            <a:xfrm>
              <a:off x="4345764" y="9538367"/>
              <a:ext cx="688230" cy="10365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chemeClr val="accent6"/>
                  </a:solidFill>
                  <a:cs typeface="Arial"/>
                  <a:sym typeface="Arial"/>
                </a:rPr>
                <a:t>5</a:t>
              </a:r>
              <a:endParaRPr kumimoji="1" lang="ja-JP" altLang="en-US" sz="4000" kern="0" dirty="0">
                <a:solidFill>
                  <a:schemeClr val="accent6"/>
                </a:solidFill>
                <a:cs typeface="Arial"/>
                <a:sym typeface="Arial"/>
              </a:endParaRPr>
            </a:p>
          </p:txBody>
        </p:sp>
        <p:sp>
          <p:nvSpPr>
            <p:cNvPr id="23" name="テキスト ボックス 22"/>
            <p:cNvSpPr txBox="1"/>
            <p:nvPr/>
          </p:nvSpPr>
          <p:spPr>
            <a:xfrm>
              <a:off x="9967691" y="9538367"/>
              <a:ext cx="1106051" cy="10365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10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" name="テキスト ボックス 23"/>
            <p:cNvSpPr txBox="1"/>
            <p:nvPr/>
          </p:nvSpPr>
          <p:spPr>
            <a:xfrm>
              <a:off x="15820285" y="9538367"/>
              <a:ext cx="805596" cy="10365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ja-JP" altLang="en-US" sz="4000" kern="0" dirty="0">
                  <a:solidFill>
                    <a:srgbClr val="000000"/>
                  </a:solidFill>
                  <a:cs typeface="Arial"/>
                  <a:sym typeface="Arial"/>
                </a:rPr>
                <a:t>∞</a:t>
              </a:r>
            </a:p>
          </p:txBody>
        </p:sp>
      </p:grpSp>
      <p:grpSp>
        <p:nvGrpSpPr>
          <p:cNvPr id="28" name="グループ化 27"/>
          <p:cNvGrpSpPr/>
          <p:nvPr/>
        </p:nvGrpSpPr>
        <p:grpSpPr>
          <a:xfrm>
            <a:off x="11285097" y="3388826"/>
            <a:ext cx="8538103" cy="5195273"/>
            <a:chOff x="3173586" y="2206773"/>
            <a:chExt cx="13752751" cy="8368147"/>
          </a:xfrm>
        </p:grpSpPr>
        <p:sp>
          <p:nvSpPr>
            <p:cNvPr id="31" name="Google Shape;88;p1"/>
            <p:cNvSpPr/>
            <p:nvPr/>
          </p:nvSpPr>
          <p:spPr>
            <a:xfrm>
              <a:off x="3173586" y="2803229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A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32" name="Google Shape;88;p1"/>
            <p:cNvSpPr/>
            <p:nvPr/>
          </p:nvSpPr>
          <p:spPr>
            <a:xfrm>
              <a:off x="8871101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3" name="Google Shape;88;p1"/>
            <p:cNvSpPr/>
            <p:nvPr/>
          </p:nvSpPr>
          <p:spPr>
            <a:xfrm>
              <a:off x="14568618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" name="Google Shape;88;p1"/>
            <p:cNvSpPr/>
            <p:nvPr/>
          </p:nvSpPr>
          <p:spPr>
            <a:xfrm>
              <a:off x="3173586" y="7937093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D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38" name="Google Shape;88;p1"/>
            <p:cNvSpPr/>
            <p:nvPr/>
          </p:nvSpPr>
          <p:spPr>
            <a:xfrm>
              <a:off x="8871103" y="7937093"/>
              <a:ext cx="1658664" cy="15716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E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9" name="Google Shape;88;p1"/>
            <p:cNvSpPr/>
            <p:nvPr/>
          </p:nvSpPr>
          <p:spPr>
            <a:xfrm>
              <a:off x="14568618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F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0" name="正方形/長方形 39"/>
            <p:cNvSpPr/>
            <p:nvPr/>
          </p:nvSpPr>
          <p:spPr>
            <a:xfrm>
              <a:off x="4820499" y="3281664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2" name="正方形/長方形 41"/>
            <p:cNvSpPr/>
            <p:nvPr/>
          </p:nvSpPr>
          <p:spPr>
            <a:xfrm>
              <a:off x="10518014" y="3281664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3" name="正方形/長方形 42"/>
            <p:cNvSpPr/>
            <p:nvPr/>
          </p:nvSpPr>
          <p:spPr>
            <a:xfrm>
              <a:off x="4820500" y="8415528"/>
              <a:ext cx="4062353" cy="61479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FFFFFF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46" name="正方形/長方形 45"/>
            <p:cNvSpPr/>
            <p:nvPr/>
          </p:nvSpPr>
          <p:spPr>
            <a:xfrm>
              <a:off x="10518017" y="8415528"/>
              <a:ext cx="4062353" cy="61479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7" name="正方形/長方形 46"/>
            <p:cNvSpPr/>
            <p:nvPr/>
          </p:nvSpPr>
          <p:spPr>
            <a:xfrm>
              <a:off x="3696256" y="4477518"/>
              <a:ext cx="613325" cy="335694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FFFFFF"/>
                  </a:solidFill>
                  <a:sym typeface="Arial"/>
                </a:rPr>
                <a:t>5</a:t>
              </a:r>
              <a:endParaRPr kumimoji="1" lang="ja-JP" altLang="en-US" sz="40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49" name="正方形/長方形 48"/>
            <p:cNvSpPr/>
            <p:nvPr/>
          </p:nvSpPr>
          <p:spPr>
            <a:xfrm>
              <a:off x="9419719" y="4477518"/>
              <a:ext cx="613325" cy="3356947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3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50" name="正方形/長方形 49"/>
            <p:cNvSpPr/>
            <p:nvPr/>
          </p:nvSpPr>
          <p:spPr>
            <a:xfrm>
              <a:off x="15091288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51" name="正方形/長方形 50"/>
            <p:cNvSpPr/>
            <p:nvPr/>
          </p:nvSpPr>
          <p:spPr>
            <a:xfrm rot="2411632">
              <a:off x="4065796" y="5797038"/>
              <a:ext cx="5603834" cy="61479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52" name="正方形/長方形 51"/>
            <p:cNvSpPr/>
            <p:nvPr/>
          </p:nvSpPr>
          <p:spPr>
            <a:xfrm rot="19103666">
              <a:off x="9746482" y="5912116"/>
              <a:ext cx="5603834" cy="61479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53" name="テキスト ボックス 52"/>
            <p:cNvSpPr txBox="1"/>
            <p:nvPr/>
          </p:nvSpPr>
          <p:spPr>
            <a:xfrm>
              <a:off x="4345764" y="2206773"/>
              <a:ext cx="688230" cy="10365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0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4" name="テキスト ボックス 53"/>
            <p:cNvSpPr txBox="1"/>
            <p:nvPr/>
          </p:nvSpPr>
          <p:spPr>
            <a:xfrm>
              <a:off x="9967691" y="2206773"/>
              <a:ext cx="688230" cy="10365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3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5" name="テキスト ボックス 54"/>
            <p:cNvSpPr txBox="1"/>
            <p:nvPr/>
          </p:nvSpPr>
          <p:spPr>
            <a:xfrm>
              <a:off x="15820286" y="2206773"/>
              <a:ext cx="1106051" cy="10365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15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6" name="テキスト ボックス 55"/>
            <p:cNvSpPr txBox="1"/>
            <p:nvPr/>
          </p:nvSpPr>
          <p:spPr>
            <a:xfrm>
              <a:off x="4345764" y="9538367"/>
              <a:ext cx="688230" cy="10365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5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7" name="テキスト ボックス 56"/>
            <p:cNvSpPr txBox="1"/>
            <p:nvPr/>
          </p:nvSpPr>
          <p:spPr>
            <a:xfrm>
              <a:off x="9967691" y="9538367"/>
              <a:ext cx="1106051" cy="10365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chemeClr val="accent6"/>
                  </a:solidFill>
                  <a:cs typeface="Arial"/>
                  <a:sym typeface="Arial"/>
                </a:rPr>
                <a:t>10</a:t>
              </a:r>
              <a:endParaRPr kumimoji="1" lang="ja-JP" altLang="en-US" sz="4000" kern="0" dirty="0">
                <a:solidFill>
                  <a:schemeClr val="accent6"/>
                </a:solidFill>
                <a:cs typeface="Arial"/>
                <a:sym typeface="Arial"/>
              </a:endParaRPr>
            </a:p>
          </p:txBody>
        </p:sp>
        <p:sp>
          <p:nvSpPr>
            <p:cNvPr id="58" name="テキスト ボックス 57"/>
            <p:cNvSpPr txBox="1"/>
            <p:nvPr/>
          </p:nvSpPr>
          <p:spPr>
            <a:xfrm>
              <a:off x="15820285" y="9538367"/>
              <a:ext cx="688230" cy="10365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7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59" name="正方形/長方形 58"/>
          <p:cNvSpPr/>
          <p:nvPr/>
        </p:nvSpPr>
        <p:spPr>
          <a:xfrm>
            <a:off x="1171136" y="2195841"/>
            <a:ext cx="1445973" cy="730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2400" b="1" kern="0" dirty="0" smtClean="0">
                <a:solidFill>
                  <a:srgbClr val="FFFFFF"/>
                </a:solidFill>
                <a:sym typeface="Arial"/>
              </a:rPr>
              <a:t>STEP3</a:t>
            </a:r>
            <a:endParaRPr kumimoji="1" lang="ja-JP" altLang="en-US" sz="2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60" name="正方形/長方形 59"/>
          <p:cNvSpPr/>
          <p:nvPr/>
        </p:nvSpPr>
        <p:spPr>
          <a:xfrm>
            <a:off x="11076983" y="2195840"/>
            <a:ext cx="1445973" cy="730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2400" b="1" kern="0" dirty="0" smtClean="0">
                <a:solidFill>
                  <a:srgbClr val="FFFFFF"/>
                </a:solidFill>
                <a:sym typeface="Arial"/>
              </a:rPr>
              <a:t>STEP4</a:t>
            </a:r>
            <a:endParaRPr kumimoji="1" lang="ja-JP" altLang="en-US" sz="2400" b="1" kern="0" dirty="0">
              <a:solidFill>
                <a:srgbClr val="FFFFFF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244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/>
          <p:cNvGrpSpPr/>
          <p:nvPr/>
        </p:nvGrpSpPr>
        <p:grpSpPr>
          <a:xfrm>
            <a:off x="1524807" y="825849"/>
            <a:ext cx="8475677" cy="5136769"/>
            <a:chOff x="3173586" y="2206773"/>
            <a:chExt cx="13652200" cy="8273915"/>
          </a:xfrm>
        </p:grpSpPr>
        <p:sp>
          <p:nvSpPr>
            <p:cNvPr id="48" name="Google Shape;88;p1"/>
            <p:cNvSpPr/>
            <p:nvPr/>
          </p:nvSpPr>
          <p:spPr>
            <a:xfrm>
              <a:off x="3173586" y="2803229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A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22" name="Google Shape;88;p1"/>
            <p:cNvSpPr/>
            <p:nvPr/>
          </p:nvSpPr>
          <p:spPr>
            <a:xfrm>
              <a:off x="8871101" y="2803229"/>
              <a:ext cx="1658664" cy="15716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B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6" name="Google Shape;88;p1"/>
            <p:cNvSpPr/>
            <p:nvPr/>
          </p:nvSpPr>
          <p:spPr>
            <a:xfrm>
              <a:off x="14568618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7" name="Google Shape;88;p1"/>
            <p:cNvSpPr/>
            <p:nvPr/>
          </p:nvSpPr>
          <p:spPr>
            <a:xfrm>
              <a:off x="3173586" y="7937093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D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29" name="Google Shape;88;p1"/>
            <p:cNvSpPr/>
            <p:nvPr/>
          </p:nvSpPr>
          <p:spPr>
            <a:xfrm>
              <a:off x="8871103" y="7937093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E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30" name="Google Shape;88;p1"/>
            <p:cNvSpPr/>
            <p:nvPr/>
          </p:nvSpPr>
          <p:spPr>
            <a:xfrm>
              <a:off x="14568618" y="7937093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F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" name="正方形/長方形 5"/>
            <p:cNvSpPr/>
            <p:nvPr/>
          </p:nvSpPr>
          <p:spPr>
            <a:xfrm>
              <a:off x="4820499" y="3281664"/>
              <a:ext cx="4062353" cy="61479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5" name="正方形/長方形 34"/>
            <p:cNvSpPr/>
            <p:nvPr/>
          </p:nvSpPr>
          <p:spPr>
            <a:xfrm>
              <a:off x="10518014" y="3281664"/>
              <a:ext cx="4062353" cy="61479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36" name="正方形/長方形 35"/>
            <p:cNvSpPr/>
            <p:nvPr/>
          </p:nvSpPr>
          <p:spPr>
            <a:xfrm>
              <a:off x="4820500" y="8415528"/>
              <a:ext cx="4062353" cy="61479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FFFFFF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37" name="正方形/長方形 36"/>
            <p:cNvSpPr/>
            <p:nvPr/>
          </p:nvSpPr>
          <p:spPr>
            <a:xfrm>
              <a:off x="10518017" y="8415528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1" name="正方形/長方形 40"/>
            <p:cNvSpPr/>
            <p:nvPr/>
          </p:nvSpPr>
          <p:spPr>
            <a:xfrm>
              <a:off x="3696256" y="4477518"/>
              <a:ext cx="613325" cy="335694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FFFFFF"/>
                  </a:solidFill>
                  <a:sym typeface="Arial"/>
                </a:rPr>
                <a:t>5</a:t>
              </a:r>
              <a:endParaRPr kumimoji="1" lang="ja-JP" altLang="en-US" sz="40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44" name="正方形/長方形 43"/>
            <p:cNvSpPr/>
            <p:nvPr/>
          </p:nvSpPr>
          <p:spPr>
            <a:xfrm>
              <a:off x="9419719" y="4477518"/>
              <a:ext cx="613325" cy="335694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FFFFFF"/>
                  </a:solidFill>
                  <a:sym typeface="Arial"/>
                </a:rPr>
                <a:t>3</a:t>
              </a:r>
              <a:endParaRPr kumimoji="1" lang="ja-JP" altLang="en-US" sz="40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45" name="正方形/長方形 44"/>
            <p:cNvSpPr/>
            <p:nvPr/>
          </p:nvSpPr>
          <p:spPr>
            <a:xfrm>
              <a:off x="15091288" y="4477518"/>
              <a:ext cx="613325" cy="33569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16" name="正方形/長方形 15"/>
            <p:cNvSpPr/>
            <p:nvPr/>
          </p:nvSpPr>
          <p:spPr>
            <a:xfrm rot="2411632">
              <a:off x="4065796" y="5797038"/>
              <a:ext cx="5603834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17" name="正方形/長方形 16"/>
            <p:cNvSpPr/>
            <p:nvPr/>
          </p:nvSpPr>
          <p:spPr>
            <a:xfrm rot="19103666">
              <a:off x="9746482" y="5912116"/>
              <a:ext cx="5603834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18" name="テキスト ボックス 17"/>
            <p:cNvSpPr txBox="1"/>
            <p:nvPr/>
          </p:nvSpPr>
          <p:spPr>
            <a:xfrm>
              <a:off x="4345764" y="2206773"/>
              <a:ext cx="625663" cy="94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0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9" name="テキスト ボックス 18"/>
            <p:cNvSpPr txBox="1"/>
            <p:nvPr/>
          </p:nvSpPr>
          <p:spPr>
            <a:xfrm>
              <a:off x="9967691" y="2206773"/>
              <a:ext cx="625663" cy="94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chemeClr val="accent6"/>
                  </a:solidFill>
                  <a:cs typeface="Arial"/>
                  <a:sym typeface="Arial"/>
                </a:rPr>
                <a:t>3</a:t>
              </a:r>
              <a:endParaRPr kumimoji="1" lang="ja-JP" altLang="en-US" sz="4000" kern="0" dirty="0">
                <a:solidFill>
                  <a:schemeClr val="accent6"/>
                </a:solidFill>
                <a:cs typeface="Arial"/>
                <a:sym typeface="Arial"/>
              </a:endParaRPr>
            </a:p>
          </p:txBody>
        </p:sp>
        <p:sp>
          <p:nvSpPr>
            <p:cNvPr id="20" name="テキスト ボックス 19"/>
            <p:cNvSpPr txBox="1"/>
            <p:nvPr/>
          </p:nvSpPr>
          <p:spPr>
            <a:xfrm>
              <a:off x="15820285" y="2206773"/>
              <a:ext cx="1005501" cy="94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10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1" name="テキスト ボックス 20"/>
            <p:cNvSpPr txBox="1"/>
            <p:nvPr/>
          </p:nvSpPr>
          <p:spPr>
            <a:xfrm>
              <a:off x="4345764" y="9538367"/>
              <a:ext cx="625663" cy="94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5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3" name="テキスト ボックス 22"/>
            <p:cNvSpPr txBox="1"/>
            <p:nvPr/>
          </p:nvSpPr>
          <p:spPr>
            <a:xfrm>
              <a:off x="9967691" y="9538367"/>
              <a:ext cx="1005501" cy="94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10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24" name="テキスト ボックス 23"/>
            <p:cNvSpPr txBox="1"/>
            <p:nvPr/>
          </p:nvSpPr>
          <p:spPr>
            <a:xfrm>
              <a:off x="15820285" y="9538367"/>
              <a:ext cx="625663" cy="94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7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grpSp>
        <p:nvGrpSpPr>
          <p:cNvPr id="28" name="グループ化 27"/>
          <p:cNvGrpSpPr/>
          <p:nvPr/>
        </p:nvGrpSpPr>
        <p:grpSpPr>
          <a:xfrm>
            <a:off x="11525291" y="825849"/>
            <a:ext cx="8239865" cy="5136769"/>
            <a:chOff x="3173586" y="2206773"/>
            <a:chExt cx="13272362" cy="8273915"/>
          </a:xfrm>
        </p:grpSpPr>
        <p:sp>
          <p:nvSpPr>
            <p:cNvPr id="31" name="Google Shape;88;p1"/>
            <p:cNvSpPr/>
            <p:nvPr/>
          </p:nvSpPr>
          <p:spPr>
            <a:xfrm>
              <a:off x="3173586" y="2803229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A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32" name="Google Shape;88;p1"/>
            <p:cNvSpPr/>
            <p:nvPr/>
          </p:nvSpPr>
          <p:spPr>
            <a:xfrm>
              <a:off x="8871101" y="2803229"/>
              <a:ext cx="1658664" cy="15716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B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33" name="Google Shape;88;p1"/>
            <p:cNvSpPr/>
            <p:nvPr/>
          </p:nvSpPr>
          <p:spPr>
            <a:xfrm>
              <a:off x="14568618" y="2803229"/>
              <a:ext cx="1658664" cy="157166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34" name="Google Shape;88;p1"/>
            <p:cNvSpPr/>
            <p:nvPr/>
          </p:nvSpPr>
          <p:spPr>
            <a:xfrm>
              <a:off x="3173586" y="7937093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D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38" name="Google Shape;88;p1"/>
            <p:cNvSpPr/>
            <p:nvPr/>
          </p:nvSpPr>
          <p:spPr>
            <a:xfrm>
              <a:off x="8871103" y="7937093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E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39" name="Google Shape;88;p1"/>
            <p:cNvSpPr/>
            <p:nvPr/>
          </p:nvSpPr>
          <p:spPr>
            <a:xfrm>
              <a:off x="14568618" y="7937093"/>
              <a:ext cx="1658664" cy="15716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F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40" name="正方形/長方形 39"/>
            <p:cNvSpPr/>
            <p:nvPr/>
          </p:nvSpPr>
          <p:spPr>
            <a:xfrm>
              <a:off x="4820499" y="3281664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2" name="正方形/長方形 41"/>
            <p:cNvSpPr/>
            <p:nvPr/>
          </p:nvSpPr>
          <p:spPr>
            <a:xfrm>
              <a:off x="10518014" y="3281664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43" name="正方形/長方形 42"/>
            <p:cNvSpPr/>
            <p:nvPr/>
          </p:nvSpPr>
          <p:spPr>
            <a:xfrm>
              <a:off x="4820500" y="8415528"/>
              <a:ext cx="4062353" cy="61479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FFFFFF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46" name="正方形/長方形 45"/>
            <p:cNvSpPr/>
            <p:nvPr/>
          </p:nvSpPr>
          <p:spPr>
            <a:xfrm>
              <a:off x="10518017" y="8415528"/>
              <a:ext cx="4062353" cy="61479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FFFFFF"/>
                  </a:solidFill>
                  <a:sym typeface="Arial"/>
                </a:rPr>
                <a:t>7</a:t>
              </a:r>
              <a:endParaRPr kumimoji="1" lang="ja-JP" altLang="en-US" sz="40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47" name="正方形/長方形 46"/>
            <p:cNvSpPr/>
            <p:nvPr/>
          </p:nvSpPr>
          <p:spPr>
            <a:xfrm>
              <a:off x="3696256" y="4477518"/>
              <a:ext cx="613325" cy="335694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FFFFFF"/>
                  </a:solidFill>
                  <a:sym typeface="Arial"/>
                </a:rPr>
                <a:t>5</a:t>
              </a:r>
              <a:endParaRPr kumimoji="1" lang="ja-JP" altLang="en-US" sz="40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49" name="正方形/長方形 48"/>
            <p:cNvSpPr/>
            <p:nvPr/>
          </p:nvSpPr>
          <p:spPr>
            <a:xfrm>
              <a:off x="9419719" y="4477518"/>
              <a:ext cx="613325" cy="335694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FFFFFF"/>
                  </a:solidFill>
                  <a:sym typeface="Arial"/>
                </a:rPr>
                <a:t>3</a:t>
              </a:r>
              <a:endParaRPr kumimoji="1" lang="ja-JP" altLang="en-US" sz="40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50" name="正方形/長方形 49"/>
            <p:cNvSpPr/>
            <p:nvPr/>
          </p:nvSpPr>
          <p:spPr>
            <a:xfrm>
              <a:off x="15091288" y="4477518"/>
              <a:ext cx="613325" cy="3356947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7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51" name="正方形/長方形 50"/>
            <p:cNvSpPr/>
            <p:nvPr/>
          </p:nvSpPr>
          <p:spPr>
            <a:xfrm rot="2411632">
              <a:off x="4065796" y="5797038"/>
              <a:ext cx="5603834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52" name="正方形/長方形 51"/>
            <p:cNvSpPr/>
            <p:nvPr/>
          </p:nvSpPr>
          <p:spPr>
            <a:xfrm rot="19103666">
              <a:off x="9746482" y="5912116"/>
              <a:ext cx="5603834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53" name="テキスト ボックス 52"/>
            <p:cNvSpPr txBox="1"/>
            <p:nvPr/>
          </p:nvSpPr>
          <p:spPr>
            <a:xfrm>
              <a:off x="4345763" y="2206773"/>
              <a:ext cx="625663" cy="94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0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4" name="テキスト ボックス 53"/>
            <p:cNvSpPr txBox="1"/>
            <p:nvPr/>
          </p:nvSpPr>
          <p:spPr>
            <a:xfrm>
              <a:off x="9967691" y="2206773"/>
              <a:ext cx="625663" cy="94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3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5" name="テキスト ボックス 54"/>
            <p:cNvSpPr txBox="1"/>
            <p:nvPr/>
          </p:nvSpPr>
          <p:spPr>
            <a:xfrm>
              <a:off x="15820285" y="2206773"/>
              <a:ext cx="625663" cy="94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7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6" name="テキスト ボックス 55"/>
            <p:cNvSpPr txBox="1"/>
            <p:nvPr/>
          </p:nvSpPr>
          <p:spPr>
            <a:xfrm>
              <a:off x="4345763" y="9538367"/>
              <a:ext cx="625663" cy="94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5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7" name="テキスト ボックス 56"/>
            <p:cNvSpPr txBox="1"/>
            <p:nvPr/>
          </p:nvSpPr>
          <p:spPr>
            <a:xfrm>
              <a:off x="9967691" y="9538367"/>
              <a:ext cx="1005501" cy="94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10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58" name="テキスト ボックス 57"/>
            <p:cNvSpPr txBox="1"/>
            <p:nvPr/>
          </p:nvSpPr>
          <p:spPr>
            <a:xfrm>
              <a:off x="15820285" y="9538367"/>
              <a:ext cx="625663" cy="94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chemeClr val="accent6"/>
                  </a:solidFill>
                  <a:cs typeface="Arial"/>
                  <a:sym typeface="Arial"/>
                </a:rPr>
                <a:t>7</a:t>
              </a:r>
              <a:endParaRPr kumimoji="1" lang="ja-JP" altLang="en-US" sz="4000" kern="0" dirty="0">
                <a:solidFill>
                  <a:schemeClr val="accent6"/>
                </a:solidFill>
                <a:cs typeface="Arial"/>
                <a:sym typeface="Arial"/>
              </a:endParaRPr>
            </a:p>
          </p:txBody>
        </p:sp>
      </p:grpSp>
      <p:grpSp>
        <p:nvGrpSpPr>
          <p:cNvPr id="59" name="グループ化 58"/>
          <p:cNvGrpSpPr/>
          <p:nvPr/>
        </p:nvGrpSpPr>
        <p:grpSpPr>
          <a:xfrm>
            <a:off x="1603411" y="6788467"/>
            <a:ext cx="8239865" cy="5136769"/>
            <a:chOff x="3173586" y="2206773"/>
            <a:chExt cx="13272362" cy="8273915"/>
          </a:xfrm>
        </p:grpSpPr>
        <p:sp>
          <p:nvSpPr>
            <p:cNvPr id="60" name="Google Shape;88;p1"/>
            <p:cNvSpPr/>
            <p:nvPr/>
          </p:nvSpPr>
          <p:spPr>
            <a:xfrm>
              <a:off x="3173586" y="2803229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A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61" name="Google Shape;88;p1"/>
            <p:cNvSpPr/>
            <p:nvPr/>
          </p:nvSpPr>
          <p:spPr>
            <a:xfrm>
              <a:off x="8871101" y="2803229"/>
              <a:ext cx="1658664" cy="15716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B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62" name="Google Shape;88;p1"/>
            <p:cNvSpPr/>
            <p:nvPr/>
          </p:nvSpPr>
          <p:spPr>
            <a:xfrm>
              <a:off x="14568618" y="2803229"/>
              <a:ext cx="1658664" cy="157166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000000"/>
                  </a:solidFill>
                  <a:cs typeface="Arial"/>
                  <a:sym typeface="Arial"/>
                </a:rPr>
                <a:t>C</a:t>
              </a:r>
              <a:endParaRPr sz="44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63" name="Google Shape;88;p1"/>
            <p:cNvSpPr/>
            <p:nvPr/>
          </p:nvSpPr>
          <p:spPr>
            <a:xfrm>
              <a:off x="3173586" y="7937093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D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64" name="Google Shape;88;p1"/>
            <p:cNvSpPr/>
            <p:nvPr/>
          </p:nvSpPr>
          <p:spPr>
            <a:xfrm>
              <a:off x="8871103" y="7937093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E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65" name="Google Shape;88;p1"/>
            <p:cNvSpPr/>
            <p:nvPr/>
          </p:nvSpPr>
          <p:spPr>
            <a:xfrm>
              <a:off x="14568618" y="7937093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F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66" name="正方形/長方形 65"/>
            <p:cNvSpPr/>
            <p:nvPr/>
          </p:nvSpPr>
          <p:spPr>
            <a:xfrm>
              <a:off x="4820499" y="3281664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7" name="正方形/長方形 66"/>
            <p:cNvSpPr/>
            <p:nvPr/>
          </p:nvSpPr>
          <p:spPr>
            <a:xfrm>
              <a:off x="10518014" y="3281664"/>
              <a:ext cx="4062353" cy="61479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68" name="正方形/長方形 67"/>
            <p:cNvSpPr/>
            <p:nvPr/>
          </p:nvSpPr>
          <p:spPr>
            <a:xfrm>
              <a:off x="4820500" y="8415528"/>
              <a:ext cx="4062353" cy="61479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FFFFFF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69" name="正方形/長方形 68"/>
            <p:cNvSpPr/>
            <p:nvPr/>
          </p:nvSpPr>
          <p:spPr>
            <a:xfrm>
              <a:off x="10518017" y="8415528"/>
              <a:ext cx="4062353" cy="61479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FFFFFF"/>
                  </a:solidFill>
                  <a:sym typeface="Arial"/>
                </a:rPr>
                <a:t>7</a:t>
              </a:r>
              <a:endParaRPr kumimoji="1" lang="ja-JP" altLang="en-US" sz="40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70" name="正方形/長方形 69"/>
            <p:cNvSpPr/>
            <p:nvPr/>
          </p:nvSpPr>
          <p:spPr>
            <a:xfrm>
              <a:off x="3696256" y="4477518"/>
              <a:ext cx="613325" cy="335694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FFFFFF"/>
                  </a:solidFill>
                  <a:sym typeface="Arial"/>
                </a:rPr>
                <a:t>5</a:t>
              </a:r>
              <a:endParaRPr kumimoji="1" lang="ja-JP" altLang="en-US" sz="40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71" name="正方形/長方形 70"/>
            <p:cNvSpPr/>
            <p:nvPr/>
          </p:nvSpPr>
          <p:spPr>
            <a:xfrm>
              <a:off x="9419719" y="4477518"/>
              <a:ext cx="613325" cy="335694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FFFFFF"/>
                  </a:solidFill>
                  <a:sym typeface="Arial"/>
                </a:rPr>
                <a:t>3</a:t>
              </a:r>
              <a:endParaRPr kumimoji="1" lang="ja-JP" altLang="en-US" sz="40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72" name="正方形/長方形 71"/>
            <p:cNvSpPr/>
            <p:nvPr/>
          </p:nvSpPr>
          <p:spPr>
            <a:xfrm>
              <a:off x="15091288" y="4477518"/>
              <a:ext cx="613325" cy="335694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FFFFFF"/>
                  </a:solidFill>
                  <a:sym typeface="Arial"/>
                </a:rPr>
                <a:t>7</a:t>
              </a:r>
              <a:endParaRPr kumimoji="1" lang="ja-JP" altLang="en-US" sz="40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73" name="正方形/長方形 72"/>
            <p:cNvSpPr/>
            <p:nvPr/>
          </p:nvSpPr>
          <p:spPr>
            <a:xfrm rot="2411632">
              <a:off x="4065796" y="5797038"/>
              <a:ext cx="5603834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74" name="正方形/長方形 73"/>
            <p:cNvSpPr/>
            <p:nvPr/>
          </p:nvSpPr>
          <p:spPr>
            <a:xfrm rot="19103666">
              <a:off x="9746482" y="5912116"/>
              <a:ext cx="5603834" cy="61479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75" name="テキスト ボックス 74"/>
            <p:cNvSpPr txBox="1"/>
            <p:nvPr/>
          </p:nvSpPr>
          <p:spPr>
            <a:xfrm>
              <a:off x="4345763" y="2206773"/>
              <a:ext cx="625663" cy="94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0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6" name="テキスト ボックス 75"/>
            <p:cNvSpPr txBox="1"/>
            <p:nvPr/>
          </p:nvSpPr>
          <p:spPr>
            <a:xfrm>
              <a:off x="9967691" y="2206773"/>
              <a:ext cx="625663" cy="94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3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7" name="テキスト ボックス 76"/>
            <p:cNvSpPr txBox="1"/>
            <p:nvPr/>
          </p:nvSpPr>
          <p:spPr>
            <a:xfrm>
              <a:off x="15820285" y="2206773"/>
              <a:ext cx="625663" cy="94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chemeClr val="accent6"/>
                  </a:solidFill>
                  <a:cs typeface="Arial"/>
                  <a:sym typeface="Arial"/>
                </a:rPr>
                <a:t>7</a:t>
              </a:r>
              <a:endParaRPr kumimoji="1" lang="ja-JP" altLang="en-US" sz="4000" kern="0" dirty="0">
                <a:solidFill>
                  <a:schemeClr val="accent6"/>
                </a:solidFill>
                <a:cs typeface="Arial"/>
                <a:sym typeface="Arial"/>
              </a:endParaRPr>
            </a:p>
          </p:txBody>
        </p:sp>
        <p:sp>
          <p:nvSpPr>
            <p:cNvPr id="78" name="テキスト ボックス 77"/>
            <p:cNvSpPr txBox="1"/>
            <p:nvPr/>
          </p:nvSpPr>
          <p:spPr>
            <a:xfrm>
              <a:off x="4345763" y="9538367"/>
              <a:ext cx="625663" cy="94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5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79" name="テキスト ボックス 78"/>
            <p:cNvSpPr txBox="1"/>
            <p:nvPr/>
          </p:nvSpPr>
          <p:spPr>
            <a:xfrm>
              <a:off x="9967691" y="9538367"/>
              <a:ext cx="1005501" cy="94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10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80" name="テキスト ボックス 79"/>
            <p:cNvSpPr txBox="1"/>
            <p:nvPr/>
          </p:nvSpPr>
          <p:spPr>
            <a:xfrm>
              <a:off x="15820285" y="9538367"/>
              <a:ext cx="625663" cy="94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7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grpSp>
        <p:nvGrpSpPr>
          <p:cNvPr id="81" name="グループ化 80"/>
          <p:cNvGrpSpPr/>
          <p:nvPr/>
        </p:nvGrpSpPr>
        <p:grpSpPr>
          <a:xfrm>
            <a:off x="11446687" y="6788467"/>
            <a:ext cx="8239865" cy="5136769"/>
            <a:chOff x="3173586" y="2206773"/>
            <a:chExt cx="13272362" cy="8273915"/>
          </a:xfrm>
        </p:grpSpPr>
        <p:sp>
          <p:nvSpPr>
            <p:cNvPr id="82" name="Google Shape;88;p1"/>
            <p:cNvSpPr/>
            <p:nvPr/>
          </p:nvSpPr>
          <p:spPr>
            <a:xfrm>
              <a:off x="3173586" y="2803229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A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83" name="Google Shape;88;p1"/>
            <p:cNvSpPr/>
            <p:nvPr/>
          </p:nvSpPr>
          <p:spPr>
            <a:xfrm>
              <a:off x="8871101" y="2803229"/>
              <a:ext cx="1658664" cy="157166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B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84" name="Google Shape;88;p1"/>
            <p:cNvSpPr/>
            <p:nvPr/>
          </p:nvSpPr>
          <p:spPr>
            <a:xfrm>
              <a:off x="14568618" y="2803229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C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85" name="Google Shape;88;p1"/>
            <p:cNvSpPr/>
            <p:nvPr/>
          </p:nvSpPr>
          <p:spPr>
            <a:xfrm>
              <a:off x="3173586" y="7937093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D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86" name="Google Shape;88;p1"/>
            <p:cNvSpPr/>
            <p:nvPr/>
          </p:nvSpPr>
          <p:spPr>
            <a:xfrm>
              <a:off x="8871103" y="7937093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E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87" name="Google Shape;88;p1"/>
            <p:cNvSpPr/>
            <p:nvPr/>
          </p:nvSpPr>
          <p:spPr>
            <a:xfrm>
              <a:off x="14568618" y="7937093"/>
              <a:ext cx="1658664" cy="1571660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190050" tIns="95000" rIns="190050" bIns="95000" anchor="ctr" anchorCtr="0">
              <a:noAutofit/>
            </a:bodyPr>
            <a:lstStyle/>
            <a:p>
              <a:pPr algn="ctr" defTabSz="914217">
                <a:buClr>
                  <a:srgbClr val="000000"/>
                </a:buClr>
              </a:pPr>
              <a:r>
                <a:rPr lang="en-US" sz="4400" b="1" kern="0" dirty="0">
                  <a:solidFill>
                    <a:srgbClr val="FFFFFF"/>
                  </a:solidFill>
                  <a:cs typeface="Arial"/>
                  <a:sym typeface="Arial"/>
                </a:rPr>
                <a:t>F</a:t>
              </a:r>
              <a:endParaRPr sz="4400" b="1" kern="0" dirty="0">
                <a:solidFill>
                  <a:srgbClr val="FFFFFF"/>
                </a:solidFill>
                <a:cs typeface="Arial"/>
                <a:sym typeface="Arial"/>
              </a:endParaRPr>
            </a:p>
          </p:txBody>
        </p:sp>
        <p:sp>
          <p:nvSpPr>
            <p:cNvPr id="88" name="正方形/長方形 87"/>
            <p:cNvSpPr/>
            <p:nvPr/>
          </p:nvSpPr>
          <p:spPr>
            <a:xfrm>
              <a:off x="4820499" y="3281664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20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89" name="正方形/長方形 88"/>
            <p:cNvSpPr/>
            <p:nvPr/>
          </p:nvSpPr>
          <p:spPr>
            <a:xfrm>
              <a:off x="10518014" y="3281664"/>
              <a:ext cx="4062353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90" name="正方形/長方形 89"/>
            <p:cNvSpPr/>
            <p:nvPr/>
          </p:nvSpPr>
          <p:spPr>
            <a:xfrm>
              <a:off x="4820500" y="8415528"/>
              <a:ext cx="4062353" cy="61479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FFFFFF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91" name="正方形/長方形 90"/>
            <p:cNvSpPr/>
            <p:nvPr/>
          </p:nvSpPr>
          <p:spPr>
            <a:xfrm>
              <a:off x="10518017" y="8415528"/>
              <a:ext cx="4062353" cy="61479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FFFFFF"/>
                  </a:solidFill>
                  <a:sym typeface="Arial"/>
                </a:rPr>
                <a:t>7</a:t>
              </a:r>
              <a:endParaRPr kumimoji="1" lang="ja-JP" altLang="en-US" sz="40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92" name="正方形/長方形 91"/>
            <p:cNvSpPr/>
            <p:nvPr/>
          </p:nvSpPr>
          <p:spPr>
            <a:xfrm>
              <a:off x="3696256" y="4477518"/>
              <a:ext cx="613325" cy="335694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FFFFFF"/>
                  </a:solidFill>
                  <a:sym typeface="Arial"/>
                </a:rPr>
                <a:t>5</a:t>
              </a:r>
              <a:endParaRPr kumimoji="1" lang="ja-JP" altLang="en-US" sz="40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93" name="正方形/長方形 92"/>
            <p:cNvSpPr/>
            <p:nvPr/>
          </p:nvSpPr>
          <p:spPr>
            <a:xfrm>
              <a:off x="9419719" y="4477518"/>
              <a:ext cx="613325" cy="335694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FFFFFF"/>
                  </a:solidFill>
                  <a:sym typeface="Arial"/>
                </a:rPr>
                <a:t>3</a:t>
              </a:r>
              <a:endParaRPr kumimoji="1" lang="ja-JP" altLang="en-US" sz="40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94" name="正方形/長方形 93"/>
            <p:cNvSpPr/>
            <p:nvPr/>
          </p:nvSpPr>
          <p:spPr>
            <a:xfrm>
              <a:off x="15091288" y="4477518"/>
              <a:ext cx="613325" cy="335694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FFFFFF"/>
                  </a:solidFill>
                  <a:sym typeface="Arial"/>
                </a:rPr>
                <a:t>7</a:t>
              </a:r>
              <a:endParaRPr kumimoji="1" lang="ja-JP" altLang="en-US" sz="4000" b="1" kern="0" dirty="0">
                <a:solidFill>
                  <a:srgbClr val="FFFFFF"/>
                </a:solidFill>
                <a:sym typeface="Arial"/>
              </a:endParaRPr>
            </a:p>
          </p:txBody>
        </p:sp>
        <p:sp>
          <p:nvSpPr>
            <p:cNvPr id="95" name="正方形/長方形 94"/>
            <p:cNvSpPr/>
            <p:nvPr/>
          </p:nvSpPr>
          <p:spPr>
            <a:xfrm rot="2411632">
              <a:off x="4065796" y="5797038"/>
              <a:ext cx="5603834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10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96" name="正方形/長方形 95"/>
            <p:cNvSpPr/>
            <p:nvPr/>
          </p:nvSpPr>
          <p:spPr>
            <a:xfrm rot="19103666">
              <a:off x="9746482" y="5912116"/>
              <a:ext cx="5603834" cy="61479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217">
                <a:buClr>
                  <a:srgbClr val="000000"/>
                </a:buClr>
              </a:pPr>
              <a:r>
                <a:rPr kumimoji="1" lang="en-US" altLang="ja-JP" sz="4000" b="1" kern="0" dirty="0">
                  <a:solidFill>
                    <a:srgbClr val="000000"/>
                  </a:solidFill>
                  <a:sym typeface="Arial"/>
                </a:rPr>
                <a:t>15</a:t>
              </a:r>
              <a:endParaRPr kumimoji="1" lang="ja-JP" altLang="en-US" sz="4000" b="1" kern="0" dirty="0">
                <a:solidFill>
                  <a:srgbClr val="000000"/>
                </a:solidFill>
                <a:sym typeface="Arial"/>
              </a:endParaRPr>
            </a:p>
          </p:txBody>
        </p:sp>
        <p:sp>
          <p:nvSpPr>
            <p:cNvPr id="97" name="テキスト ボックス 96"/>
            <p:cNvSpPr txBox="1"/>
            <p:nvPr/>
          </p:nvSpPr>
          <p:spPr>
            <a:xfrm>
              <a:off x="4345763" y="2206773"/>
              <a:ext cx="625663" cy="94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0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98" name="テキスト ボックス 97"/>
            <p:cNvSpPr txBox="1"/>
            <p:nvPr/>
          </p:nvSpPr>
          <p:spPr>
            <a:xfrm>
              <a:off x="9967691" y="2206773"/>
              <a:ext cx="625663" cy="94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3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99" name="テキスト ボックス 98"/>
            <p:cNvSpPr txBox="1"/>
            <p:nvPr/>
          </p:nvSpPr>
          <p:spPr>
            <a:xfrm>
              <a:off x="15820285" y="2206773"/>
              <a:ext cx="625663" cy="94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7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00" name="テキスト ボックス 99"/>
            <p:cNvSpPr txBox="1"/>
            <p:nvPr/>
          </p:nvSpPr>
          <p:spPr>
            <a:xfrm>
              <a:off x="4345763" y="9538367"/>
              <a:ext cx="625663" cy="94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5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01" name="テキスト ボックス 100"/>
            <p:cNvSpPr txBox="1"/>
            <p:nvPr/>
          </p:nvSpPr>
          <p:spPr>
            <a:xfrm>
              <a:off x="9967691" y="9538367"/>
              <a:ext cx="1005501" cy="94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10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02" name="テキスト ボックス 101"/>
            <p:cNvSpPr txBox="1"/>
            <p:nvPr/>
          </p:nvSpPr>
          <p:spPr>
            <a:xfrm>
              <a:off x="15820285" y="9538367"/>
              <a:ext cx="625663" cy="9423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defTabSz="914217">
                <a:buClr>
                  <a:srgbClr val="000000"/>
                </a:buClr>
              </a:pPr>
              <a:r>
                <a:rPr kumimoji="1" lang="en-US" altLang="ja-JP" sz="4000" kern="0" dirty="0">
                  <a:solidFill>
                    <a:srgbClr val="000000"/>
                  </a:solidFill>
                  <a:cs typeface="Arial"/>
                  <a:sym typeface="Arial"/>
                </a:rPr>
                <a:t>7</a:t>
              </a:r>
              <a:endParaRPr kumimoji="1" lang="ja-JP" altLang="en-US" sz="4000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103" name="正方形/長方形 102"/>
          <p:cNvSpPr/>
          <p:nvPr/>
        </p:nvSpPr>
        <p:spPr>
          <a:xfrm>
            <a:off x="1171136" y="47688"/>
            <a:ext cx="1445973" cy="730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2400" b="1" kern="0" dirty="0" smtClean="0">
                <a:solidFill>
                  <a:srgbClr val="FFFFFF"/>
                </a:solidFill>
                <a:sym typeface="Arial"/>
              </a:rPr>
              <a:t>STEP5</a:t>
            </a:r>
            <a:endParaRPr kumimoji="1" lang="ja-JP" altLang="en-US" sz="2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104" name="正方形/長方形 103"/>
          <p:cNvSpPr/>
          <p:nvPr/>
        </p:nvSpPr>
        <p:spPr>
          <a:xfrm>
            <a:off x="11317177" y="47688"/>
            <a:ext cx="1445973" cy="730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2400" b="1" kern="0" dirty="0" smtClean="0">
                <a:solidFill>
                  <a:srgbClr val="FFFFFF"/>
                </a:solidFill>
                <a:sym typeface="Arial"/>
              </a:rPr>
              <a:t>STEP6</a:t>
            </a:r>
            <a:endParaRPr kumimoji="1" lang="ja-JP" altLang="en-US" sz="2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105" name="正方形/長方形 104"/>
          <p:cNvSpPr/>
          <p:nvPr/>
        </p:nvSpPr>
        <p:spPr>
          <a:xfrm>
            <a:off x="1108580" y="6010306"/>
            <a:ext cx="1445973" cy="730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2400" b="1" kern="0" dirty="0" smtClean="0">
                <a:solidFill>
                  <a:srgbClr val="FFFFFF"/>
                </a:solidFill>
                <a:sym typeface="Arial"/>
              </a:rPr>
              <a:t>STEP7</a:t>
            </a:r>
            <a:endParaRPr kumimoji="1" lang="ja-JP" altLang="en-US" sz="2400" b="1" kern="0" dirty="0">
              <a:solidFill>
                <a:srgbClr val="FFFFFF"/>
              </a:solidFill>
              <a:sym typeface="Arial"/>
            </a:endParaRPr>
          </a:p>
        </p:txBody>
      </p:sp>
      <p:sp>
        <p:nvSpPr>
          <p:cNvPr id="106" name="正方形/長方形 105"/>
          <p:cNvSpPr/>
          <p:nvPr/>
        </p:nvSpPr>
        <p:spPr>
          <a:xfrm>
            <a:off x="11203149" y="6010306"/>
            <a:ext cx="1445973" cy="730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13" tIns="45707" rIns="91413" bIns="45707" rtlCol="0" anchor="ctr"/>
          <a:lstStyle/>
          <a:p>
            <a:pPr algn="ctr" defTabSz="914217">
              <a:buClr>
                <a:srgbClr val="000000"/>
              </a:buClr>
            </a:pPr>
            <a:r>
              <a:rPr kumimoji="1" lang="en-US" altLang="ja-JP" sz="2400" b="1" kern="0" dirty="0" smtClean="0">
                <a:solidFill>
                  <a:srgbClr val="FFFFFF"/>
                </a:solidFill>
                <a:sym typeface="Arial"/>
              </a:rPr>
              <a:t>STEP8</a:t>
            </a:r>
            <a:endParaRPr kumimoji="1" lang="ja-JP" altLang="en-US" sz="2400" b="1" kern="0" dirty="0">
              <a:solidFill>
                <a:srgbClr val="FFFFFF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38940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​​テーマ">
  <a:themeElements>
    <a:clrScheme name="AIブログ">
      <a:dk1>
        <a:srgbClr val="000000"/>
      </a:dk1>
      <a:lt1>
        <a:srgbClr val="FFFFFF"/>
      </a:lt1>
      <a:dk2>
        <a:srgbClr val="013CA6"/>
      </a:dk2>
      <a:lt2>
        <a:srgbClr val="BDE4FC"/>
      </a:lt2>
      <a:accent1>
        <a:srgbClr val="013CA6"/>
      </a:accent1>
      <a:accent2>
        <a:srgbClr val="BDE4FC"/>
      </a:accent2>
      <a:accent3>
        <a:srgbClr val="F3FAFE"/>
      </a:accent3>
      <a:accent4>
        <a:srgbClr val="00B050"/>
      </a:accent4>
      <a:accent5>
        <a:srgbClr val="EBA81A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1367</TotalTime>
  <Words>197</Words>
  <Application>Microsoft Office PowerPoint</Application>
  <PresentationFormat>ユーザー設定</PresentationFormat>
  <Paragraphs>197</Paragraphs>
  <Slides>5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6" baseType="lpstr">
      <vt:lpstr>Office ​​テーマ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shining</dc:creator>
  <dc:description>generated using python-pptx</dc:description>
  <cp:lastModifiedBy>shining</cp:lastModifiedBy>
  <cp:revision>9</cp:revision>
  <dcterms:created xsi:type="dcterms:W3CDTF">2013-01-27T09:14:16Z</dcterms:created>
  <dcterms:modified xsi:type="dcterms:W3CDTF">2026-06-08T14:44:27Z</dcterms:modified>
</cp:coreProperties>
</file>