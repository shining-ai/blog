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A* 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ヒューリスティックで誘導する最短経路探索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f(n) = g(n) + h(n) でノードを評価。ゴールに近い方向へ優先して探索するためダイクストラ法より高速。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コスト関数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80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414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g(n)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2000" y="3888000"/>
            <a:ext cx="7560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0" y="4176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スタートから n までの実コスト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5148000"/>
            <a:ext cx="1800000" cy="115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540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h(n)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000" y="5148000"/>
            <a:ext cx="7560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0000" y="5436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n からゴールまでの推定コスト（ヒューリスティック）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408000"/>
            <a:ext cx="1800000" cy="11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99" y="6660000"/>
            <a:ext cx="1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f(n)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2000" y="6408000"/>
            <a:ext cx="7560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0000" y="6696000"/>
            <a:ext cx="73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g(n) + h(n)  ← 優先度キューのキー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0000" y="324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ヒューリスティック関数の選び方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60000" y="3888000"/>
            <a:ext cx="936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68000" y="3960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格子（4方向）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8000" y="450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マンハッタン距離
|dx| + |dy|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60000" y="5328000"/>
            <a:ext cx="936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68000" y="5400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格子（8方向）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68000" y="594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チェビシェフ距離
max(|dx|, |dy|)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60000" y="6768000"/>
            <a:ext cx="936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68000" y="6840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一般グラフ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68000" y="738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ユークリッド距離
sqrt(dx²+dy²)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77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ダイクストラ法 vs A*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8388000"/>
            <a:ext cx="568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999" y="8460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0" y="8388000"/>
            <a:ext cx="568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8000" y="8460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ダイクストラ法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960000" y="8388000"/>
            <a:ext cx="568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067999" y="8460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A* 探索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000" y="9180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999" y="9252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ヒューリスティック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0000" y="9180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8000" y="9252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なし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60000" y="9180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67999" y="9252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あり（h(n)）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9972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99" y="10044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探索ノード数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40000" y="9972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8000" y="10044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多い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960000" y="9972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067999" y="10044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少ない（h が正確なほど）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000" y="10764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999" y="10836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最適性保証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40000" y="10764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8000" y="10836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あり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960000" y="10764000"/>
            <a:ext cx="56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067999" y="10836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h が許容的なら保証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0" y="11556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999" y="11628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用途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40000" y="11556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8000" y="11628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全ノードへの最短路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960000" y="11556000"/>
            <a:ext cx="56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067999" y="11628000"/>
            <a:ext cx="54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1ゴールへの最短路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