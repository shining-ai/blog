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0" r:id="rId2"/>
    <p:sldId id="281" r:id="rId3"/>
    <p:sldId id="277" r:id="rId4"/>
    <p:sldId id="276" r:id="rId5"/>
    <p:sldId id="272" r:id="rId6"/>
    <p:sldId id="270" r:id="rId7"/>
    <p:sldId id="266" r:id="rId8"/>
    <p:sldId id="263" r:id="rId9"/>
    <p:sldId id="259" r:id="rId10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9253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セクション見出し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1681761" y="7693718"/>
            <a:ext cx="18096468" cy="2377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0"/>
              <a:buFont typeface="Arial"/>
              <a:buNone/>
              <a:defRPr sz="8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1681761" y="5074637"/>
            <a:ext cx="18096468" cy="2619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4200">
                <a:solidFill>
                  <a:srgbClr val="888888"/>
                </a:solidFill>
              </a:defRPr>
            </a:lvl1pPr>
            <a:lvl2pPr marL="914217" lvl="1" indent="-228554" algn="l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2pPr>
            <a:lvl3pPr marL="1371326" lvl="2" indent="-228554" algn="l">
              <a:spcBef>
                <a:spcPts val="660"/>
              </a:spcBef>
              <a:spcAft>
                <a:spcPts val="0"/>
              </a:spcAft>
              <a:buClr>
                <a:srgbClr val="888888"/>
              </a:buClr>
              <a:buSzPts val="3300"/>
              <a:buNone/>
              <a:defRPr sz="3300">
                <a:solidFill>
                  <a:srgbClr val="888888"/>
                </a:solidFill>
              </a:defRPr>
            </a:lvl3pPr>
            <a:lvl4pPr marL="1828434" lvl="3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4pPr>
            <a:lvl5pPr marL="2285543" lvl="4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5pPr>
            <a:lvl6pPr marL="2742651" lvl="5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6pPr>
            <a:lvl7pPr marL="3199760" lvl="6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7pPr>
            <a:lvl8pPr marL="3656868" lvl="7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8pPr>
            <a:lvl9pPr marL="4113977" lvl="8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1403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2480135" y="4877864"/>
            <a:ext cx="22128993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24963961" y="4877864"/>
            <a:ext cx="22132690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27609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比較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1064499" y="2680051"/>
            <a:ext cx="9406764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1064499" y="3796970"/>
            <a:ext cx="9406764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10815011" y="2680051"/>
            <a:ext cx="9410460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10815011" y="3796970"/>
            <a:ext cx="9410460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5422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タイトルのみ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8939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タイトル付きの&#10;コンテンツ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1064501" y="476700"/>
            <a:ext cx="7004251" cy="202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8323784" y="476704"/>
            <a:ext cx="11901681" cy="102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653919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Char char="•"/>
              <a:defRPr sz="6700"/>
            </a:lvl1pPr>
            <a:lvl2pPr marL="914217" lvl="1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–"/>
              <a:defRPr sz="5800"/>
            </a:lvl2pPr>
            <a:lvl3pPr marL="1371326" lvl="2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3pPr>
            <a:lvl4pPr marL="1828434" lvl="3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4pPr>
            <a:lvl5pPr marL="2285543" lvl="4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»"/>
              <a:defRPr sz="4200"/>
            </a:lvl5pPr>
            <a:lvl6pPr marL="2742651" lvl="5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6pPr>
            <a:lvl7pPr marL="3199760" lvl="6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7pPr>
            <a:lvl8pPr marL="3656868" lvl="7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8pPr>
            <a:lvl9pPr marL="4113977" lvl="8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1064501" y="2505450"/>
            <a:ext cx="7004251" cy="81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9802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タイトル付きの図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4172982" y="8381048"/>
            <a:ext cx="12773979" cy="98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4172982" y="1069803"/>
            <a:ext cx="12773979" cy="718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R="0" lvl="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4172982" y="9370479"/>
            <a:ext cx="12773979" cy="140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8351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タイトルと&#10;縦書きテキスト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6694194" y="-2836008"/>
            <a:ext cx="7901577" cy="1916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9393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縦書きタイトルと&#10;縦書きテキスト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32602259" y="4180039"/>
            <a:ext cx="17837441" cy="1115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10116581" y="-6799446"/>
            <a:ext cx="17837441" cy="3311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4248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 sz="9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200" marR="0" lvl="0" indent="-65405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Char char="•"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96900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Char char="–"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461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•"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»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 kern="0" smtClean="0"/>
              <a:pPr defTabSz="914400"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ja-JP" altLang="en-US" kern="0"/>
          </a:p>
        </p:txBody>
      </p:sp>
    </p:spTree>
    <p:extLst>
      <p:ext uri="{BB962C8B-B14F-4D97-AF65-F5344CB8AC3E}">
        <p14:creationId xmlns:p14="http://schemas.microsoft.com/office/powerpoint/2010/main" val="25957219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313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45117" y="2206482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66205" y="2206482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17926" y="2206482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45116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66205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5817926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1171136" y="14719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>
                <a:solidFill>
                  <a:srgbClr val="FFFFFF"/>
                </a:solidFill>
                <a:sym typeface="Arial"/>
              </a:rPr>
              <a:t>STEP1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795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3173113" y="2206482"/>
            <a:ext cx="13231746" cy="8099961"/>
            <a:chOff x="3173586" y="2206773"/>
            <a:chExt cx="13233719" cy="8101035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45764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9967691" y="2206773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5820285" y="2206773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9538367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9538367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5" y="9538367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</p:grpSp>
      <p:sp>
        <p:nvSpPr>
          <p:cNvPr id="23" name="正方形/長方形 22"/>
          <p:cNvSpPr/>
          <p:nvPr/>
        </p:nvSpPr>
        <p:spPr>
          <a:xfrm>
            <a:off x="1171136" y="14719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STEP2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869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427203" y="484558"/>
            <a:ext cx="8401585" cy="5259626"/>
            <a:chOff x="3173586" y="2206773"/>
            <a:chExt cx="13532855" cy="8471803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9967692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5820285" y="2206773"/>
              <a:ext cx="8861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2" y="9538367"/>
              <a:ext cx="8861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5" y="9538367"/>
              <a:ext cx="8861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11255991" y="484558"/>
            <a:ext cx="8606770" cy="5259626"/>
            <a:chOff x="3173586" y="2206773"/>
            <a:chExt cx="13863356" cy="8471803"/>
          </a:xfrm>
        </p:grpSpPr>
        <p:sp>
          <p:nvSpPr>
            <p:cNvPr id="24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9" name="テキスト ボックス 4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" name="テキスト ボックス 4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1" name="テキスト ボックス 5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9967691" y="9538367"/>
              <a:ext cx="8861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15820286" y="9538367"/>
              <a:ext cx="8861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</p:grpSp>
      <p:grpSp>
        <p:nvGrpSpPr>
          <p:cNvPr id="54" name="グループ化 53"/>
          <p:cNvGrpSpPr/>
          <p:nvPr/>
        </p:nvGrpSpPr>
        <p:grpSpPr>
          <a:xfrm>
            <a:off x="1358808" y="6228742"/>
            <a:ext cx="8606770" cy="5259626"/>
            <a:chOff x="3173586" y="2206773"/>
            <a:chExt cx="13863356" cy="8471803"/>
          </a:xfrm>
        </p:grpSpPr>
        <p:sp>
          <p:nvSpPr>
            <p:cNvPr id="55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" name="正方形/長方形 60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6" name="正方形/長方形 65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8" name="テキスト ボックス 67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" name="テキスト ボックス 6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0" name="テキスト ボックス 6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1" name="テキスト ボックス 7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23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" name="テキスト ボックス 72"/>
            <p:cNvSpPr txBox="1"/>
            <p:nvPr/>
          </p:nvSpPr>
          <p:spPr>
            <a:xfrm>
              <a:off x="15820286" y="9538367"/>
              <a:ext cx="8861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</p:grpSp>
      <p:grpSp>
        <p:nvGrpSpPr>
          <p:cNvPr id="74" name="グループ化 73"/>
          <p:cNvGrpSpPr/>
          <p:nvPr/>
        </p:nvGrpSpPr>
        <p:grpSpPr>
          <a:xfrm>
            <a:off x="11324386" y="6228742"/>
            <a:ext cx="8606770" cy="5259626"/>
            <a:chOff x="3173586" y="2206773"/>
            <a:chExt cx="13863356" cy="8471803"/>
          </a:xfrm>
        </p:grpSpPr>
        <p:sp>
          <p:nvSpPr>
            <p:cNvPr id="75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7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8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1" name="正方形/長方形 80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7" name="正方形/長方形 86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8" name="テキスト ボックス 87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9" name="テキスト ボックス 8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0" name="テキスト ボックス 8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1" name="テキスト ボックス 9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2" name="テキスト ボックス 9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3" name="テキスト ボックス 92"/>
            <p:cNvSpPr txBox="1"/>
            <p:nvPr/>
          </p:nvSpPr>
          <p:spPr>
            <a:xfrm>
              <a:off x="15820286" y="9538367"/>
              <a:ext cx="8861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</p:grpSp>
      <p:sp>
        <p:nvSpPr>
          <p:cNvPr id="94" name="正方形/長方形 93"/>
          <p:cNvSpPr/>
          <p:nvPr/>
        </p:nvSpPr>
        <p:spPr>
          <a:xfrm>
            <a:off x="117036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STEP3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5" name="正方形/長方形 94"/>
          <p:cNvSpPr/>
          <p:nvPr/>
        </p:nvSpPr>
        <p:spPr>
          <a:xfrm>
            <a:off x="117036" y="577885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STEP5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10202902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STEP4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10202901" y="577885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STEP6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591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358808" y="484558"/>
            <a:ext cx="8606770" cy="5259626"/>
            <a:chOff x="3173586" y="2206773"/>
            <a:chExt cx="13863356" cy="8471803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11324386" y="484558"/>
            <a:ext cx="8606770" cy="5259626"/>
            <a:chOff x="3173586" y="2206773"/>
            <a:chExt cx="13863356" cy="8471803"/>
          </a:xfrm>
        </p:grpSpPr>
        <p:sp>
          <p:nvSpPr>
            <p:cNvPr id="24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9" name="テキスト ボックス 4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" name="テキスト ボックス 4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1" name="テキスト ボックス 5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sp>
        <p:nvSpPr>
          <p:cNvPr id="74" name="正方形/長方形 73"/>
          <p:cNvSpPr/>
          <p:nvPr/>
        </p:nvSpPr>
        <p:spPr>
          <a:xfrm>
            <a:off x="117036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STEP7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76" name="正方形/長方形 75"/>
          <p:cNvSpPr/>
          <p:nvPr/>
        </p:nvSpPr>
        <p:spPr>
          <a:xfrm>
            <a:off x="10202902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STEP8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337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358808" y="484558"/>
            <a:ext cx="8606770" cy="5259626"/>
            <a:chOff x="3173586" y="2206773"/>
            <a:chExt cx="13863356" cy="8471803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6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11324386" y="484558"/>
            <a:ext cx="8606770" cy="5259626"/>
            <a:chOff x="3173586" y="2206773"/>
            <a:chExt cx="13863356" cy="8471803"/>
          </a:xfrm>
        </p:grpSpPr>
        <p:sp>
          <p:nvSpPr>
            <p:cNvPr id="24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9" name="テキスト ボックス 4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" name="テキスト ボックス 4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1" name="テキスト ボックス 5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15820286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54" name="グループ化 53"/>
          <p:cNvGrpSpPr/>
          <p:nvPr/>
        </p:nvGrpSpPr>
        <p:grpSpPr>
          <a:xfrm>
            <a:off x="1358808" y="6228742"/>
            <a:ext cx="8606770" cy="5259626"/>
            <a:chOff x="3173586" y="2206773"/>
            <a:chExt cx="13863356" cy="8471803"/>
          </a:xfrm>
        </p:grpSpPr>
        <p:sp>
          <p:nvSpPr>
            <p:cNvPr id="55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" name="正方形/長方形 60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6" name="正方形/長方形 65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8" name="テキスト ボックス 67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" name="テキスト ボックス 6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0" name="テキスト ボックス 6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1" name="テキスト ボックス 7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" name="テキスト ボックス 72"/>
            <p:cNvSpPr txBox="1"/>
            <p:nvPr/>
          </p:nvSpPr>
          <p:spPr>
            <a:xfrm>
              <a:off x="15820286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74" name="グループ化 73"/>
          <p:cNvGrpSpPr/>
          <p:nvPr/>
        </p:nvGrpSpPr>
        <p:grpSpPr>
          <a:xfrm>
            <a:off x="11324386" y="6228742"/>
            <a:ext cx="8606770" cy="5259626"/>
            <a:chOff x="3173586" y="2206773"/>
            <a:chExt cx="13863356" cy="8471803"/>
          </a:xfrm>
        </p:grpSpPr>
        <p:sp>
          <p:nvSpPr>
            <p:cNvPr id="75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7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8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1" name="正方形/長方形 80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7" name="正方形/長方形 86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8" name="テキスト ボックス 87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9" name="テキスト ボックス 8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0" name="テキスト ボックス 8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1" name="テキスト ボックス 9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2" name="テキスト ボックス 9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3" name="テキスト ボックス 92"/>
            <p:cNvSpPr txBox="1"/>
            <p:nvPr/>
          </p:nvSpPr>
          <p:spPr>
            <a:xfrm>
              <a:off x="15820286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sp>
        <p:nvSpPr>
          <p:cNvPr id="94" name="正方形/長方形 93"/>
          <p:cNvSpPr/>
          <p:nvPr/>
        </p:nvSpPr>
        <p:spPr>
          <a:xfrm>
            <a:off x="117036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STEP9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5" name="正方形/長方形 94"/>
          <p:cNvSpPr/>
          <p:nvPr/>
        </p:nvSpPr>
        <p:spPr>
          <a:xfrm>
            <a:off x="117036" y="577885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STEP11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10202902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STEP10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10202901" y="577885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STEP12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027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525858" y="638016"/>
            <a:ext cx="8356195" cy="5029439"/>
            <a:chOff x="3173586" y="2206773"/>
            <a:chExt cx="13459742" cy="8101035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45764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9967691" y="2206773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5820285" y="2206773"/>
              <a:ext cx="813043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9538367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9538367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5" y="9538367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11407911" y="638016"/>
            <a:ext cx="8356195" cy="5029439"/>
            <a:chOff x="3173586" y="2206773"/>
            <a:chExt cx="13459742" cy="8101035"/>
          </a:xfrm>
        </p:grpSpPr>
        <p:sp>
          <p:nvSpPr>
            <p:cNvPr id="24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4345764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9" name="テキスト ボックス 48"/>
            <p:cNvSpPr txBox="1"/>
            <p:nvPr/>
          </p:nvSpPr>
          <p:spPr>
            <a:xfrm>
              <a:off x="9967691" y="2206773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" name="テキスト ボックス 49"/>
            <p:cNvSpPr txBox="1"/>
            <p:nvPr/>
          </p:nvSpPr>
          <p:spPr>
            <a:xfrm>
              <a:off x="15820285" y="2206773"/>
              <a:ext cx="813043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1" name="テキスト ボックス 50"/>
            <p:cNvSpPr txBox="1"/>
            <p:nvPr/>
          </p:nvSpPr>
          <p:spPr>
            <a:xfrm>
              <a:off x="4345764" y="9538367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9967691" y="9538367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15820285" y="9538367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54" name="グループ化 53"/>
          <p:cNvGrpSpPr/>
          <p:nvPr/>
        </p:nvGrpSpPr>
        <p:grpSpPr>
          <a:xfrm>
            <a:off x="1525858" y="6305471"/>
            <a:ext cx="8356195" cy="5029439"/>
            <a:chOff x="3173586" y="2206773"/>
            <a:chExt cx="13459742" cy="8101035"/>
          </a:xfrm>
        </p:grpSpPr>
        <p:sp>
          <p:nvSpPr>
            <p:cNvPr id="55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" name="正方形/長方形 60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6" name="正方形/長方形 65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8" name="テキスト ボックス 67"/>
            <p:cNvSpPr txBox="1"/>
            <p:nvPr/>
          </p:nvSpPr>
          <p:spPr>
            <a:xfrm>
              <a:off x="4345764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" name="テキスト ボックス 68"/>
            <p:cNvSpPr txBox="1"/>
            <p:nvPr/>
          </p:nvSpPr>
          <p:spPr>
            <a:xfrm>
              <a:off x="9967691" y="2206773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0" name="テキスト ボックス 69"/>
            <p:cNvSpPr txBox="1"/>
            <p:nvPr/>
          </p:nvSpPr>
          <p:spPr>
            <a:xfrm>
              <a:off x="15820285" y="2206773"/>
              <a:ext cx="813043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1" name="テキスト ボックス 70"/>
            <p:cNvSpPr txBox="1"/>
            <p:nvPr/>
          </p:nvSpPr>
          <p:spPr>
            <a:xfrm>
              <a:off x="4345764" y="9538367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9967691" y="9538367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" name="テキスト ボックス 72"/>
            <p:cNvSpPr txBox="1"/>
            <p:nvPr/>
          </p:nvSpPr>
          <p:spPr>
            <a:xfrm>
              <a:off x="15820285" y="9538367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sp>
        <p:nvSpPr>
          <p:cNvPr id="74" name="正方形/長方形 73"/>
          <p:cNvSpPr/>
          <p:nvPr/>
        </p:nvSpPr>
        <p:spPr>
          <a:xfrm>
            <a:off x="117036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STEP13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75" name="正方形/長方形 74"/>
          <p:cNvSpPr/>
          <p:nvPr/>
        </p:nvSpPr>
        <p:spPr>
          <a:xfrm>
            <a:off x="117036" y="577885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STEP15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76" name="正方形/長方形 75"/>
          <p:cNvSpPr/>
          <p:nvPr/>
        </p:nvSpPr>
        <p:spPr>
          <a:xfrm>
            <a:off x="10202902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STEP14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5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358808" y="484558"/>
            <a:ext cx="8606770" cy="5259626"/>
            <a:chOff x="3173586" y="2206773"/>
            <a:chExt cx="13863356" cy="8471803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11324386" y="484558"/>
            <a:ext cx="8606770" cy="5259626"/>
            <a:chOff x="3173586" y="2206773"/>
            <a:chExt cx="13863356" cy="8471803"/>
          </a:xfrm>
        </p:grpSpPr>
        <p:sp>
          <p:nvSpPr>
            <p:cNvPr id="24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9" name="テキスト ボックス 4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" name="テキスト ボックス 4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30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1" name="テキスト ボックス 5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54" name="グループ化 53"/>
          <p:cNvGrpSpPr/>
          <p:nvPr/>
        </p:nvGrpSpPr>
        <p:grpSpPr>
          <a:xfrm>
            <a:off x="1358808" y="6228742"/>
            <a:ext cx="8606770" cy="5259626"/>
            <a:chOff x="3173586" y="2206773"/>
            <a:chExt cx="13863356" cy="8471803"/>
          </a:xfrm>
        </p:grpSpPr>
        <p:sp>
          <p:nvSpPr>
            <p:cNvPr id="55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" name="正方形/長方形 60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6" name="正方形/長方形 65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8" name="テキスト ボックス 67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" name="テキスト ボックス 6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0" name="テキスト ボックス 69"/>
            <p:cNvSpPr txBox="1"/>
            <p:nvPr/>
          </p:nvSpPr>
          <p:spPr>
            <a:xfrm>
              <a:off x="15820286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1" name="テキスト ボックス 7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" name="テキスト ボックス 72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74" name="グループ化 73"/>
          <p:cNvGrpSpPr/>
          <p:nvPr/>
        </p:nvGrpSpPr>
        <p:grpSpPr>
          <a:xfrm>
            <a:off x="11324386" y="6228742"/>
            <a:ext cx="8606770" cy="5259626"/>
            <a:chOff x="3173586" y="2206773"/>
            <a:chExt cx="13863356" cy="8471803"/>
          </a:xfrm>
        </p:grpSpPr>
        <p:sp>
          <p:nvSpPr>
            <p:cNvPr id="75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7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8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1" name="正方形/長方形 80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7" name="正方形/長方形 86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8" name="テキスト ボックス 87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9" name="テキスト ボックス 8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0" name="テキスト ボックス 89"/>
            <p:cNvSpPr txBox="1"/>
            <p:nvPr/>
          </p:nvSpPr>
          <p:spPr>
            <a:xfrm>
              <a:off x="15820286" y="2206773"/>
              <a:ext cx="1216656" cy="213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28</a:t>
              </a:r>
            </a:p>
            <a:p>
              <a:pPr defTabSz="914217">
                <a:buClr>
                  <a:srgbClr val="000000"/>
                </a:buClr>
              </a:pP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1" name="テキスト ボックス 9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2" name="テキスト ボックス 9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3" name="テキスト ボックス 92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sp>
        <p:nvSpPr>
          <p:cNvPr id="94" name="正方形/長方形 93"/>
          <p:cNvSpPr/>
          <p:nvPr/>
        </p:nvSpPr>
        <p:spPr>
          <a:xfrm>
            <a:off x="117036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STEP16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5" name="正方形/長方形 94"/>
          <p:cNvSpPr/>
          <p:nvPr/>
        </p:nvSpPr>
        <p:spPr>
          <a:xfrm>
            <a:off x="117036" y="577885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STEP18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10202902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STEP17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10202901" y="577885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STEP19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675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525858" y="638016"/>
            <a:ext cx="8606770" cy="5259626"/>
            <a:chOff x="3173586" y="2206773"/>
            <a:chExt cx="13863356" cy="8471803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5820286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11407911" y="638016"/>
            <a:ext cx="8606770" cy="5259626"/>
            <a:chOff x="3173586" y="2206773"/>
            <a:chExt cx="13863356" cy="8471803"/>
          </a:xfrm>
        </p:grpSpPr>
        <p:sp>
          <p:nvSpPr>
            <p:cNvPr id="24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9" name="テキスト ボックス 4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" name="テキスト ボックス 49"/>
            <p:cNvSpPr txBox="1"/>
            <p:nvPr/>
          </p:nvSpPr>
          <p:spPr>
            <a:xfrm>
              <a:off x="15820286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1" name="テキスト ボックス 5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35</a:t>
              </a:r>
            </a:p>
          </p:txBody>
        </p:sp>
      </p:grpSp>
      <p:grpSp>
        <p:nvGrpSpPr>
          <p:cNvPr id="54" name="グループ化 53"/>
          <p:cNvGrpSpPr/>
          <p:nvPr/>
        </p:nvGrpSpPr>
        <p:grpSpPr>
          <a:xfrm>
            <a:off x="1525858" y="6305471"/>
            <a:ext cx="8606770" cy="5259626"/>
            <a:chOff x="3173586" y="2206773"/>
            <a:chExt cx="13863356" cy="8471803"/>
          </a:xfrm>
        </p:grpSpPr>
        <p:sp>
          <p:nvSpPr>
            <p:cNvPr id="55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" name="正方形/長方形 60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6" name="正方形/長方形 65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8" name="テキスト ボックス 67"/>
            <p:cNvSpPr txBox="1"/>
            <p:nvPr/>
          </p:nvSpPr>
          <p:spPr>
            <a:xfrm>
              <a:off x="4345764" y="2206773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" name="テキスト ボックス 68"/>
            <p:cNvSpPr txBox="1"/>
            <p:nvPr/>
          </p:nvSpPr>
          <p:spPr>
            <a:xfrm>
              <a:off x="9967691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0" name="テキスト ボックス 69"/>
            <p:cNvSpPr txBox="1"/>
            <p:nvPr/>
          </p:nvSpPr>
          <p:spPr>
            <a:xfrm>
              <a:off x="15820286" y="2206773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28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1" name="テキスト ボックス 70"/>
            <p:cNvSpPr txBox="1"/>
            <p:nvPr/>
          </p:nvSpPr>
          <p:spPr>
            <a:xfrm>
              <a:off x="4345764" y="9538367"/>
              <a:ext cx="757053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9967691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" name="テキスト ボックス 72"/>
            <p:cNvSpPr txBox="1"/>
            <p:nvPr/>
          </p:nvSpPr>
          <p:spPr>
            <a:xfrm>
              <a:off x="15820284" y="9538367"/>
              <a:ext cx="1216656" cy="114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35</a:t>
              </a:r>
            </a:p>
          </p:txBody>
        </p:sp>
      </p:grpSp>
      <p:sp>
        <p:nvSpPr>
          <p:cNvPr id="74" name="正方形/長方形 73"/>
          <p:cNvSpPr/>
          <p:nvPr/>
        </p:nvSpPr>
        <p:spPr>
          <a:xfrm>
            <a:off x="117036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STEP20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75" name="正方形/長方形 74"/>
          <p:cNvSpPr/>
          <p:nvPr/>
        </p:nvSpPr>
        <p:spPr>
          <a:xfrm>
            <a:off x="117036" y="5778859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STEP22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76" name="正方形/長方形 75"/>
          <p:cNvSpPr/>
          <p:nvPr/>
        </p:nvSpPr>
        <p:spPr>
          <a:xfrm>
            <a:off x="10202902" y="129702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STEP21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575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AIブログ">
      <a:dk1>
        <a:srgbClr val="000000"/>
      </a:dk1>
      <a:lt1>
        <a:srgbClr val="FFFFFF"/>
      </a:lt1>
      <a:dk2>
        <a:srgbClr val="013CA6"/>
      </a:dk2>
      <a:lt2>
        <a:srgbClr val="BDE4FC"/>
      </a:lt2>
      <a:accent1>
        <a:srgbClr val="013CA6"/>
      </a:accent1>
      <a:accent2>
        <a:srgbClr val="BDE4FC"/>
      </a:accent2>
      <a:accent3>
        <a:srgbClr val="F3FAFE"/>
      </a:accent3>
      <a:accent4>
        <a:srgbClr val="00B050"/>
      </a:accent4>
      <a:accent5>
        <a:srgbClr val="EBA81A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453</Words>
  <Application>Microsoft Office PowerPoint</Application>
  <PresentationFormat>ユーザー設定</PresentationFormat>
  <Paragraphs>453</Paragraphs>
  <Slides>9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0" baseType="lpstr"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10</cp:revision>
  <dcterms:created xsi:type="dcterms:W3CDTF">2013-01-27T09:14:16Z</dcterms:created>
  <dcterms:modified xsi:type="dcterms:W3CDTF">2026-06-07T08:14:51Z</dcterms:modified>
</cp:coreProperties>
</file>