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強連結成分分解 (SCC) — Kosarajuアルゴリズム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18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159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有向グラフ</a:t>
            </a:r>
          </a:p>
        </p:txBody>
      </p:sp>
      <p:sp>
        <p:nvSpPr>
          <p:cNvPr id="6" name="Oval 5"/>
          <p:cNvSpPr/>
          <p:nvPr/>
        </p:nvSpPr>
        <p:spPr>
          <a:xfrm>
            <a:off x="1008000" y="2088000"/>
            <a:ext cx="4464000" cy="5184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28000" y="3168000"/>
            <a:ext cx="1620000" cy="5184000"/>
          </a:xfrm>
          <a:prstGeom prst="ellipse">
            <a:avLst/>
          </a:prstGeom>
          <a:solidFill>
            <a:srgbClr val="D4EDDA"/>
          </a:solidFill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08000" y="4968000"/>
            <a:ext cx="1620000" cy="1620000"/>
          </a:xfrm>
          <a:prstGeom prst="ellipse">
            <a:avLst/>
          </a:prstGeom>
          <a:solidFill>
            <a:srgbClr val="FFF0CC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800000" y="2880000"/>
            <a:ext cx="2880000" cy="108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80000" y="2880000"/>
            <a:ext cx="0" cy="36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800000" y="3960000"/>
            <a:ext cx="2880000" cy="252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680000" y="3960000"/>
            <a:ext cx="3240000" cy="252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20000" y="3960000"/>
            <a:ext cx="0" cy="36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920000" y="3960000"/>
            <a:ext cx="0" cy="36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0000" y="3960000"/>
            <a:ext cx="288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332000" y="349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2000" y="36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212000" y="241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2000" y="252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4212000" y="601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2000" y="612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7452000" y="349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000" y="36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7452000" y="709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000" y="72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10332000" y="529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000" y="54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000" y="2340000"/>
            <a:ext cx="36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SCC1: {1,2,3}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0000" y="8820000"/>
            <a:ext cx="36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50"/>
                </a:solidFill>
              </a:rPr>
              <a:t>SCC2: {4,5}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0000" y="10260000"/>
            <a:ext cx="36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BA81A"/>
                </a:solidFill>
              </a:rPr>
              <a:t>SCC3: {6}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600000" y="1368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744000" y="1368000"/>
            <a:ext cx="76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Kosarajuアルゴリズムの手順</a:t>
            </a:r>
          </a:p>
        </p:txBody>
      </p:sp>
      <p:sp>
        <p:nvSpPr>
          <p:cNvPr id="33" name="Oval 32"/>
          <p:cNvSpPr/>
          <p:nvPr/>
        </p:nvSpPr>
        <p:spPr>
          <a:xfrm>
            <a:off x="12402000" y="2178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02000" y="2254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40000" y="2088000"/>
            <a:ext cx="28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BA81A"/>
                </a:solidFill>
              </a:rPr>
              <a:t>フェーズ1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40000" y="2628000"/>
            <a:ext cx="72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元グラフでDFS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40000" y="3168000"/>
            <a:ext cx="75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帰りがけ順を記録: [3, 2, 1, 5, 4, 6] など</a:t>
            </a:r>
          </a:p>
        </p:txBody>
      </p:sp>
      <p:sp>
        <p:nvSpPr>
          <p:cNvPr id="38" name="Oval 37"/>
          <p:cNvSpPr/>
          <p:nvPr/>
        </p:nvSpPr>
        <p:spPr>
          <a:xfrm>
            <a:off x="12402000" y="4158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02000" y="4234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40000" y="4068000"/>
            <a:ext cx="28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BA81A"/>
                </a:solidFill>
              </a:rPr>
              <a:t>フェーズ2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40000" y="4608000"/>
            <a:ext cx="72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逆グラフを構築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40000" y="5148000"/>
            <a:ext cx="75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全辺の向きを反転させる</a:t>
            </a:r>
          </a:p>
        </p:txBody>
      </p:sp>
      <p:sp>
        <p:nvSpPr>
          <p:cNvPr id="43" name="Oval 42"/>
          <p:cNvSpPr/>
          <p:nvPr/>
        </p:nvSpPr>
        <p:spPr>
          <a:xfrm>
            <a:off x="12402000" y="6138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02000" y="6214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40000" y="6048000"/>
            <a:ext cx="28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BA81A"/>
                </a:solidFill>
              </a:rPr>
              <a:t>フェーズ3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40000" y="6588000"/>
            <a:ext cx="72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逆グラフで逆順DFS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40000" y="7128000"/>
            <a:ext cx="75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帰りがけ順の逆から DFS → 各到達集合が1つのSCC</a:t>
            </a:r>
          </a:p>
        </p:txBody>
      </p:sp>
      <p:sp>
        <p:nvSpPr>
          <p:cNvPr id="48" name="Oval 47"/>
          <p:cNvSpPr/>
          <p:nvPr/>
        </p:nvSpPr>
        <p:spPr>
          <a:xfrm>
            <a:off x="12402000" y="8118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02000" y="8194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40000" y="8028000"/>
            <a:ext cx="28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BA81A"/>
                </a:solidFill>
              </a:rPr>
              <a:t>凝縮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140000" y="8568000"/>
            <a:ext cx="72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SCCをノードとするDAG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140000" y="9108000"/>
            <a:ext cx="75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SCC1→SCC2→SCC3 というDAGが得られる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600000" y="10620000"/>
            <a:ext cx="79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708000" y="10674000"/>
            <a:ext cx="770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分解後のグラフは必ずDAGになる（SCCの凝縮グラフ）
O(V+E)。2-SAT や循環参照検出に応用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