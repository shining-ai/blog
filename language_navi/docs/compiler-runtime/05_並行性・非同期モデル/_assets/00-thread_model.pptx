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スレッドモデルと共有メモリ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OSスレッドを使った並行実行モデル。共有メモリとロックによる同期が基本だが、競合状態・デッドロックのリスクがある。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OSスレッド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カーネルが管理するスレッド。スレッド間で仮想アドレス空間を共有。コンテキストスイッチコストあり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競合状態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複数スレッドが共有変数に同時アクセスして不整合。Mutex/RWLockで排他制御が必要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デッドロック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互いのロックを待ち合うデッドロック。取得順序の統一・タイムアウト・デッドロック検出で対策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