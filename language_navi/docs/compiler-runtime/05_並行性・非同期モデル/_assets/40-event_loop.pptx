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イベントループ（Node.js の仕組み）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シングルスレッドでI/O多重化を実現するイベント駆動アーキテクチャ。libuvがOSのepoll/kqueueを抽象化する。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イベントループフェーズ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timers→I/O callbacks→idle→poll→check→close callbacksの6フェーズを繰り返す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ノンブロッキングI/O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I/O操作を非同期に開始してコールバック登録。完了時にコールバックをキューに追加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コールスタックとタスクキュー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コールスタックが空になったらマイクロタスク(Promise)→マクロタスク(setTimeout)を処理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