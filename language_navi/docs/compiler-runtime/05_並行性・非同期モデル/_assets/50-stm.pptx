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STM（ソフトウェアトランザクショナルメモリ）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データベーストランザクションの概念を共有メモリに適用する並行制御方式。ロックなしで合成可能な並行コードを書ける。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トランザクション実行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共有変数の読み書きをログに記録。コミット時に競合チェックして成功か再試行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楽観的同時実行制御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ロックなしで処理を進め衝突時のみリトライ。競合が少ない場面で高いスループット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合成可能性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2つのSTMトランザクションをまとめて1つのアトミック操作に合成できる。ロックでは不可能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