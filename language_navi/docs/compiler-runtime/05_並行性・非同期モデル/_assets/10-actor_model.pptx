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アクターモデル（Erlang・Akka）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共有状態なしにメッセージパッシングで通信する並行モデル。アクターは軽量プロセスでフォルトトレランスが高い。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アクターの特性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状態を持つ独立した計算エンティティ。非同期メッセージで通信。共有メモリなしで競合なし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Erlang/OTP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軽量プロセス(100万個以上)・Let it crash哲学・Supervisorで障害を局所化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Akka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JVM上のアクターフレームワーク。TypedActors・Streams・Clusterで分散システムを構築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