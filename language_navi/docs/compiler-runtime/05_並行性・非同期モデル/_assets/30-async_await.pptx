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async/await と非同期ランタイム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非同期I/Oを同期的な記法で書けるようにした構文糖衣。ランタイムがタスクをイベントループやスレッドプールで実行する。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async 関数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async def/fnでFuture/Coroutineを返す関数。await でFutureの完了を待機しスレッドをブロックしない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ランタイム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tokio(Rust)・asyncio(Python)・libuv(Node.js)がタスクスケジュールとI/O多重化を担当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コールバック地獄からの脱却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Promiseチェーン→async/awaitで非同期コードを直線的に記述。エラー処理もtry/catchで統一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