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CSP とチャンネル（Go）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Communicating Sequential Processes: 独立したプロセスがチャンネルを通じてデータを受け渡す並行モデル。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goroutine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Goの軽量スレッド。go func()で起動。数百万のgoroutineをMランタイムがN:1でOSスレッドにマップ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goroutine間の安全な通信路。make(chan T, buf)。送受信はブロッキング操作でチャンネルが同期点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select 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複数チャンネルを同時待機。準備できたchannelから受信。デフォルトケースでノンブロッキング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