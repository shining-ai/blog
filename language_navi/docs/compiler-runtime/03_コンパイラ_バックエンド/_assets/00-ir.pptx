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中間表現（IR）— 三番地コード・SSA 形式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フロントエンドとバックエンドを分離する中間的な表現。最適化を容易にする三番地コードとSSA形式。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三番地コード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x = y op z の形式。各命令は最大3オペランド。制御フローはgoto・条件分岐で表現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SSA 形式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各変数への代入は1回のみ(Static Single Assignment)。φ関数でデータフローをマージ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SSAの利点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定義-使用チェーンが明確。定数伝播・デッドコード除去・LICM などの最適化が容易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