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コード生成とターゲットコード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最適化後のIRをターゲットアーキテクチャの機械語・アセンブリに変換する最終段階。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命令選択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IRの操作をターゲット命令にマッピング。タイリングアルゴリズムで最適な命令列を選択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命令スケジューリング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依存関係を保ちながら命令を並べ替えてパイプラインストールを低減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呼び出し規約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レジスタ割り当て・スタックレイアウト・引数渡し方法をABIに従って実装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