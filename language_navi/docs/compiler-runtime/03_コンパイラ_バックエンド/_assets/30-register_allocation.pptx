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レジスタ割り付け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変数を有限個のレジスタにマッピングする問題。グラフ彩色問題として定式化され、スピルでメモリを活用する。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干渉グラフ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同時生存する変数間に辺を張るグラフ。グラフ彩色でレジスタ数の色に塗り分け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Chaitinのグラフ彩色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K色問題でレジスタ割り付けを定式化。不可能な場合はスピル(メモリに退避)を実施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線形スキャン割り付け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生存区間をソートして貪欲に割り付け。JITコンパイラで広く使用される高速手法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