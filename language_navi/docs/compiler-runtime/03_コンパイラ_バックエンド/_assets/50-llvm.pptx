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LLVM 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モジュラーなコンパイラ基盤。LLVM IR を中心にフロントエンド(Clang/rustc)とバックエンドを分離し多言語・多ターゲットを実現。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LLVM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静的単一代入(SSA)形式の中間表現。テキスト/バイナリ/メモリ表現を持つ共通フォーマット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パスシステム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解析パスと変換パスをモジュール化。パスマネージャで実行順序を管理し再利用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多ターゲット対応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x86・ARM・RISC-V・WASM など多数のバックエンドを共有IR から生成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