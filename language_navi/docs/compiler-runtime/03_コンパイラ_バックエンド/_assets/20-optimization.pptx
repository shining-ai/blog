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最適化（定数畳み込み・デッドコード除去）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コードの速度や空間を改善するコンパイラ変換。意味を変えずに効率的なコードを生成する。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定数畳み込み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コンパイル時に計算できる式を事前計算。2+3→5。定数伝播と組み合わせて多くを最適化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デッドコード除去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実行されない分岐・使われない変数の計算を削除。DCEはSSAと生存解析で効率化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ループ最適化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LICM(ループ不変コードの移動)・ループアンロール・ベクトル化でループの高速化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インライン展開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関数呼び出しを本体に置き換え。呼び出しオーバーヘッド削減と他の最適化の機会を提供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