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再帰下降パーサの実装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文法規則を関数に対応付けた手書きパーサ。LL(1)文法を直接実装でき保守性・エラー処理が優れている。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各非終端記号→関数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&lt;expr&gt;→expr()、&lt;term&gt;→term()と対応。関数間の相互再帰で文法を表現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先読みトークン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現在のトークンを見て次の生成規則を選択。LL(k)はk個のトークンを先読み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エラー回復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期待外のトークンで適切なエラーメッセージを生成。パニックモード回復で解析継続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