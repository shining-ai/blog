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コンパイラの全体構造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ソースコードを機械語に変換するプログラム。フロントエンド(字句解析→構文解析→意味解析)とバックエンド(中間表現→最適化→コード生成)に分かれる。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フロントエンド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字句解析でトークン列生成→構文解析でAST生成→意味解析で型検査・名前解決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中間表現(IR)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フロントエンドとバックエンドの橋渡し。SSA形式・3番地コードで最適化を容易化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バックエンド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IR最適化→レジスタ割り付け→命令選択→コード生成。ターゲットアーキテクチャ依存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