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構文解析の概要（BNF・EBNF）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トークン列を構文規則に基づいてASTに変換する第2段階。BNF/EBNFで文法を記述し、パーサを生成する。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BNF 記法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&lt;expr&gt; ::= &lt;term&gt; | &lt;expr&gt; '+' &lt;term&gt; の形式で文法を定義。左再帰に注意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EBNF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BNFを拡張し * + ? {}でクリーネ閉包・選択肢・省略を簡潔に記述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トップダウン/ボトムアップ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再帰下降(LL)は直感的、LR(シフト還元)は強力。利用する文法クラスが異なる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