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スコープと名前解決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識別子がどの宣言に対応するかを決定する名前解決。スコープチェーンを辿って宣言を検索する。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スコープの種類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ブロックスコープ・関数スコープ・モジュールスコープ・グローバルスコープ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シンボルテーブル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名前→型・場所・属性のマッピング。スコープごとにシンボルテーブルを作成しネスト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静的スコープ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宣言位置でスコープが決まる。動的スコープは実行時のコールスタックで決まる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