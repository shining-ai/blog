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字句解析（トークナイザ・正規表現）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ソースコードの文字列をトークン(語彙素)の列に分割する第1段階。正規表現・DFAで実装される。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トークン種別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識別子・キーワード・リテラル・演算子・区切り文字・空白(通常無視)に分類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正規表現→DFA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字句規則を正規表現で定義し、NFA→DFA変換で効率的なトークナイザを自動生成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最長一致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複数パターンが一致する場合は最長のトークンを選択。「if」はキーワード、「ife」は識別子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