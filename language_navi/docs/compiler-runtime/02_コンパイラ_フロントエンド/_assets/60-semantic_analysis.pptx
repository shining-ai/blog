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意味解析と型検査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ASTが文法的に正しいだけでなく意味的にも正しいことを検証する。型検査・未定義変数の検出・型強制などを行う。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型検査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式の型を推論・検証。演算子のオペランド型互換性・関数呼び出しの引数型をチェック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型強制・型変換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暗黙の型変換(int→float)を許可するかを規則で定義。安全でない変換はエラー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定義の検証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変数・関数・クラスが使用前に定義されているか。初期化前使用・型不一致をエラー報告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