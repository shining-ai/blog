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LR 解析（SLR・LALR・LR(1)）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シフト還元操作で構文解析するボトムアップ手法。LR(0)→SLR→LALR→LR(1)と表現力が増す。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シフト/還元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スタックにトークンを積む(シフト)か、規則の右辺を左辺に還元するかを状態機械で決定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解析表の生成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FIRST/FOLLOW集合を計算してLR(0)/SLR/LALR解析表を自動生成。yacc/bisonが利用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衝突解決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シフト/還元衝突・還元/還元衝突を優先順位と結合規則で解決。LR(1)は最も強力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