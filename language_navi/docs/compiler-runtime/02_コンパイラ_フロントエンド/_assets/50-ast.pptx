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抽象構文木（AST）の構築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構文解析の結果を木構造で表現したデータ構造。意味解析・最適化・コード生成の中間表現として機能する。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ノード種別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ExprNode・StmtNode・DeclNode などで構文要素を表現。型タグでノード種別を識別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パース中の構築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再帰下降やLR解析でノードを生成し木を構築。位置情報(行・列)を各ノードに付与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ASTの変換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最適化はASTレベルで実施。定数畳み込み・デッドコード除去などをツリーウォークで適用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