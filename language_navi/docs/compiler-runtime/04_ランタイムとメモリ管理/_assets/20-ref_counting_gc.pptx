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参照カウント方式 GC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オブジェクトへの参照数を追跡し0になったら即座に解放するメモリ管理方式。Swift・Python・Rustが採用。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参照カウント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オブジェクトに参照カウンタを持たせ、参照の生成/解放でインクリメント/デクリメント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即時解放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カウントが0になった時点でデストラクタ実行+メモリ解放。GCポーズなし・予測可能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循環参照問題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AがBを参照しBがAを参照すると永遠に解放されない。Weak参照で循環を断ち切る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