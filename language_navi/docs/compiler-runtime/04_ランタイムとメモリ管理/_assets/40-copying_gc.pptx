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コピー GC と世代別 GC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生存オブジェクトを別領域にコピーして断片化を解消するGC。若い世代を頻繁に回収する世代別GCで効率化。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コピーGC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fromスペース→toスペースへ生存オブジェクトをコピー。fromをまるごと解放で断片化なし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世代別仮説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多くのオブジェクトは若いうちに死ぬ(世代別仮説)。若い世代(Eden/Survivor)を頻繁に回収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世代別GC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Minor GC(Eden)で短命オブジェクトを回収・Major/Full GC(Old)で長命オブジェクトを回収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