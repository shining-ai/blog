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JIT コンパイルの仕組み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実行時にホットなコードパスをネイティブ機械語にコンパイルするJust-In-Time コンパイル技術。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プロファイリング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最初はインタプリタで実行しプロファイルを収集。ホットなメソッドをJITコンパイル対象に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投機的最適化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プロファイル情報に基づいた積極的最適化。型が変わったらデオプティマイズして再実行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インラインキャッシュ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動的ディスパッチのオーバーヘッドを削減。V8のHidden ClassやJVM のVTable最適化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