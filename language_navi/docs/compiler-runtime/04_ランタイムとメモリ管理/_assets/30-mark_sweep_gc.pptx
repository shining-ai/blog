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マーク＆スイープ GC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ルートから到達可能なオブジェクトをマークし、到達不能オブジェクトをスイープ(解放)するGCアルゴリズム。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マークフェーズ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ルート(グローバル変数・スタック変数)からグラフ探索して到達可能オブジェクトにマーク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スイープフェーズ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未マークオブジェクトを全ヒープスキャンして解放。断片化が発生しやすい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GC ポーズ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GC実行中はミューテータが停止(Stop-the-World)。低レイテンシ要件には並行GCが必要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