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仮想マシン（JVM・CPython・V8）の概要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ソースコードを中間表現にコンパイルしてVM上で実行する実行環境。移植性・セキュリティ・最適化を提供。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JVM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JavaバイトコードをJIT実行。GC・JIT・AOTを組み合わせ。Java/Kotlin/Scala/Groovyが動作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Pythonのリファレンス実装。バイトコードをスタックマシンで解釈実行。GILが並列実行を制限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V8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JavaScriptのJITエンジン。Turbofan JITとSparkplug JITの2段構成でNode.js/Chromeを高速化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