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スタックフレームと呼び出し規約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関数呼び出し時のメモリレイアウト。スタックフレームにローカル変数・引数・戻りアドレスを格納する。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スタックフレーム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フレームポインタ(rbp)とスタックポインタ(rsp)で囲まれた領域。関数ごとに確保・解放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呼び出し規約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引数の渡し方(レジスタ/スタック)・戻り値レジスタ・カリーセーブ/コールーセーブを規定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スタックオーバーフロー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深い再帰や大きなローカル変数でスタック領域が枯渇。末尾再帰最適化(TCO)で防止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