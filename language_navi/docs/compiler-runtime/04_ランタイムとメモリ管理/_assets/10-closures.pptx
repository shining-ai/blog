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クロージャとアップバリュー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関数と宣言時の環境を捕捉した第一級オブジェクト。外部スコープの変数(アップバリュー)を保持して後から実行できる。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環境のキャプチャ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クロージャは生成時の外部変数への参照を保持。関数が返った後もスコープを維持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値/参照キャプチャ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値コピーか参照のどちらでキャプチャするか。Rustはmove/借用を型で制御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ヒープに確保したクロージャオブジェクトにコードポインタ+キャプチャ変数を格納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