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静的型付けと動的型付け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型チェックのタイミングによる分類。静的型付けはコンパイル時、動的型付けは実行時に型を検査する。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静的型付け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コンパイル時に型を検査。Java・C++・Go・Rust・Haskell。型エラーを早期発見できる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動的型付け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実行時に型を決定。Python・JavaScript・Ruby・PHP。柔軟だが型エラーが実行時まで露見しない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漸進的型付け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動的言語に型アノテーションを追加。TypeScript・mypy・Sorbet。段階的に型安全性を向上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強/弱型付け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暗黙的な型変換の有無。弱い型: '1'+2=3(JavaScript)。強い型: 型変換を明示要求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