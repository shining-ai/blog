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代数的データ型とパターンマッチング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直和型(enum/sealed class)と直積型(struct/case class)を組み合わせた型。パターンマッチングで網羅的に処理できる。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直和型(Sum 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Shape = Circle(r) | Rectangle(w,h) | Triangle(b,h)。複数のバリアントのどれか1つ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直積型(Product Type)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Point = {x: Float, y: Float}。全フィールドを同時に持つ。タプルや構造体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パターンマッチング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match式で直和型を分解。全バリアントを網羅しないとコンパイルエラー。安全な分岐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オプション型・結果型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Option&lt;T&gt;=Some(T)|None。Result&lt;T,E&gt;=Ok(T)|Err(E)。null安全・エラー処理に活用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