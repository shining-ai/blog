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Null安全とOption型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Tony Hoaが「10億ドルの失敗」と呼んだnullを型システムで安全に扱う設計。Option型で明示的に扱う。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Null 安全言語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Kotlin・Swift・Dart・Rustはデフォルトでnull非許容。?付きの型でのみnullを許可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Option/Maybe 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Some(value)またはNone。nullableな値を型で明示。unwrapせずにmap/flatMapで安全に操作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Optional チェーン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kotlin: user?.address?.city。null合体演算子(??)でフォールバック値を設定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