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型推論（Hindley-Milner）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型アノテーションなしに型を自動的に推論するアルゴリズム。Haskell・MLファミリー・Rustで使用されるHM型推論。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型推論の仕組み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型変数を使いユニフィケーションで型を決定。let x = 1 から x: Int を自動推論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HM アルゴリズム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Algorithm Wで型推論を実装。多相型(let 多相)で再利用可能な型を推論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型推論の限界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相互再帰・型クラス制約・高カインド型で推論が複雑化。Rustは一部で型注釈が必要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