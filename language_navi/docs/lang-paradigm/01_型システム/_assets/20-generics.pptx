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ジェネリクス・パラメトリック多相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型をパラメータ化して再利用可能なコードを書く技術。型安全性を保ちながら汎用データ構造やアルゴリズムを実現する。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型パラメータ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List&lt;T&gt;・Optional&lt;T&gt; のように型をパラメータ化。T に具体的な型を当てはめて使用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型境界(Bounds)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&lt;T extends Comparable&lt;T&gt;&gt; で型パラメータに制約。Rustでは where T: Display のようなトレイト境界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型消去(Type Erasure)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Java のジェネリクスはコンパイル後に型情報が消去。reified genericsは実行時に型情報を保持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