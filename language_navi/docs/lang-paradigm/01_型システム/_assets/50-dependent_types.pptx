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依存型入門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値に依存する型。配列の長さや数値の範囲を型で表現でき、実行時エラーをコンパイル時に検出できる。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依存型とは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型が値に依存する。Vec&lt;T, N&gt;: N個のT要素ベクトル。N の具体値がコンパイル時に分かる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Idris・Coq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依存型を本格サポートする言語。配列の境界チェック・プログラム証明が型システムで表現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実用への展開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液 Rust のconst generics・TypeScript の Template Literal Types が限定的に依存型の概念を導入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