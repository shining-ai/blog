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部分型と共変・反変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型の継承関係と型パラメータの変性(variance)。共変・反変・不変の理解がジェネリクスの安全な使用に必須。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部分型(Subtyping)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型AはBの部分型(A&lt;:B)ならBが期待される場所でAを使用可能。リスコフ置換原則と関連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共変(Covariant)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List&lt;Cat&gt;はList&lt;Animal&gt;の部分型として扱える。読み取り専用コレクションで安全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反変(Contravariant)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Consumer&lt;Animal&gt;はConsumer&lt;Cat&gt;の部分型。引数として使うケースで安全に変換可能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不変(Invariant)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List&lt;Cat&gt;とList&lt;Animal&gt;に部分型関係なし。読み書き両方の場合は不変が安全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