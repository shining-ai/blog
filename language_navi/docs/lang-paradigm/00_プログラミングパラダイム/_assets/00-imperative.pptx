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命令型プログラミング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「何をするか」ではなく「どのようにするか」を命令の列で記述するパラダイム。最も古典的なプログラミングスタイル。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逐次・分岐・反復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代入・if/else・for/whileが基本構造。プログラムカウンタが命令を順番に実行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変数と状態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変数はメモリ位置に紐付いた変更可能な状態。副作用を利用してプログラムを進める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手続き型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関数/サブルーチンで命令をまとめてモジュール化。C言語が典型例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