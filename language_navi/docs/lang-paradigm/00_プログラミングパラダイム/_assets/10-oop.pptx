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オブジェクト指向プログラミングの4原則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データと振る舞いをオブジェクトとして統合するパラダイム。カプセル化・継承・ポリモーフィズム・抽象化が4原則。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カプセル化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データと操作を一体化し内部実装を隠蔽。publicインタフェースのみ公開してアクセス制御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継承・ポリモーフィズム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親クラスの属性・メソッドを再利用(継承)。同一インタフェースで複数の実装を扱える(多態性)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抽象化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共通の性質を抽象クラス・インタフェースで定義。具体的な実装を隠して本質的な部分のみ公開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SOLID 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OOPの正しい活用にはSOLID原則が重要。単一責任・開放閉鎖・リスコフ置換・ISP・DIP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