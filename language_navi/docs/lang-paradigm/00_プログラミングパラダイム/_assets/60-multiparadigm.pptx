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マルチパラダイム言語の比較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現代の言語は複数のパラダイムを混在させる。Scala・Kotlin・Python・Rustが命令型・OOP・関数型を統合する。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命令型・OOP・関数型を統合。lambda・map・内包表記で関数的スタイルを利用可能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JVM上でOOPと関数型を完全統合。型クラス・パターンマッチング・モナドをサポート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システムプログラミング+関数型要素。所有権・借用・ライフタイムで安全性を型で保証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