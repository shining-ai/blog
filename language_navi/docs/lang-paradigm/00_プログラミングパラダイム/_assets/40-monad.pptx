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モナドの直感的理解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計算を連鎖させるデザインパターン。Maybe・Either・IOなどのモナドで副作用・エラー・非同期を安全に扱う。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Maybe/Option モナド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nullを安全に扱う。Some(値)またはNone。チェーンしてnullチェックを省略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Either モナド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成功(Right)か失敗(Left)を表現。エラーハンドリングを型で表現。例外の代替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モナドの法則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左単位元・右単位元・結合律の3法則。bind(&gt;&gt;=)と return で連鎖を定義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