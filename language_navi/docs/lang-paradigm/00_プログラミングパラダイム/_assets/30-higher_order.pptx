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高階関数・map・filter・fold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関数を引数や戻り値として扱う高階関数。map・filter・reduceでコレクション操作を宣言的に記述する。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各要素に関数を適用して新しいコレクションを生成。[1,2,3].map(x =&gt; x*2) = [2,4,6]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条件に一致する要素のみを残す。[1,2,3,4].filter(x =&gt; x%2==0) = [2,4]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fold/reduce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コレクションを単一値に集約。初期値と結合関数で左畳み込み/右畳み込みを実行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関数合成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f∘g = f(g(x))。パイプライン演算子(|&gt;)で処理を連鎖させて可読性を向上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