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論理プログラミング（Prolog）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論理式と事実を宣言し推論エンジンが解を導出するパラダイム。制約充足・AI・自然言語処理に活用される。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ファクトとルール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parent(tom, bob). parent(X,Y):-parent(X,Z),parent(Z,Y). 事実とルールを宣言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ユニフィケーション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変数と項を一致させる操作。バックトラッキングで解の空間を探索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Prolog の活用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定理証明・型推論・自然言語解析・知識ベース推論。SQL の理論的ルーツも論理プログラミング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