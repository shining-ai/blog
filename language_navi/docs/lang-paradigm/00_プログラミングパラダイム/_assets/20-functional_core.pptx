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関数型プログラミングの核心（純粋関数・副作用）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数学的関数を中心に据えたパラダイム。純粋関数と不変データで副作用を排除し予測可能なプログラムを実現する。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純粋関数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同じ入力に対して常に同じ出力を返し副作用がない。テスト容易・並列実行安全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不変性(Immutability)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データを変更せず新しい値を生成。状態変化による予期せぬバグを防止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副作用の分離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I/O・状態変更を純粋な計算コアから分離。Haskell のIO モナド・Elm のメッセージパッシング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