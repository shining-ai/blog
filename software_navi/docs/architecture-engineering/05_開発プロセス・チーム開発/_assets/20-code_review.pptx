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コードレビューの進め方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コードの品質・一貫性・知識共有を目的としたレビュープロセス。建設的なフィードバックで改善を促す。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レビューの目的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バグ発見・設計改善・知識共有・コーディング規約の遵守。心理的安全性を保つ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効果的なレビュー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小さなPRを素早くレビュー。Nitpick・Optional・FYI などでコメントの重要度を示す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自動化の活用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Linter・静的解析・テスト・フォーマッタをCIで自動実行。人間はロジックの改善に集中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