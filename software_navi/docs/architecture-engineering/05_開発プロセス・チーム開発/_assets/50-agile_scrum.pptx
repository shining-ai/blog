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アジャイル・スクラムの実践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変化に適応しながら価値を継続的に届けるアジャイル開発。スクラムは2週間スプリントで検査と適応を繰り返す。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スプリント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1〜4週間の固定期間で計画→実装→レビュー→振り返り。各スプリントでリリース可能な成果物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スクラムイベント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Sprint Planning・Daily Scrum・Sprint Review・Sprint Retrospective の4イベント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バックログ管理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プロダクトバックログをユーザストーリーで管理。スプリントバックログに分解してタスク化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