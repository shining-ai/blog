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ブランチ戦略（Git Flow・GitHub Flow・Trunk Based）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チームでの並行開発を管理するブランチ運用方針。リリース頻度とチーム規模に合わせて選択する。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Git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main/develop/feature/release/hotfixの5種類。計画的リリースに適するが複雑でマージが大変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GitHub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mainブランチからfeatureを切り、プルリクエストでマージ。シンプルで継続的デプロイに適合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Trunk Based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全員が毎日mainにコミット。Feature Flagsで未完成機能を隠す。CI/CDが前提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