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CI/CD パイプラインの設計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コードのコミットから本番デプロイまでを自動化するパイプライン。素早いフィードバックと信頼性の高いデプロイを実現。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CI (継続的インテグレーション)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コミットごとにビルド・テスト・静的解析を実行。問題を早期に検出して修正コストを低減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CD (継続的デリバリ/デプロイ)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ステージング→本番へのデプロイを自動化。Blue/Green・カナリアリリースで安全にリリース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パイプライン設計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lint→test→build→security scan→stagingデプロイ→E2E→prod。各ステージで品質ゲート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