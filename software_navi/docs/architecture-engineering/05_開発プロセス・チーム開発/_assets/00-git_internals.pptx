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Git の内部構造（オブジェクト・ツリー・コミット）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Git の4種類のオブジェクト(blob・tree・commit・tag)と内容アドレスストレージで構成される分散VCS。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4つのオブジェクト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blob(ファイル内容)・tree(ディレクトリ構造)・commit(スナップショット)・tag(注釈付きタグ)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SHA-1コンテンツアドレス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オブジェクトの内容のSHA-1ハッシュがキー。同一内容は同一ハッシュで重複排除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分散リポジトリ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各クローンは完全な履歴を保持。オフラインで作業可能・中央サーバ障害に強い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