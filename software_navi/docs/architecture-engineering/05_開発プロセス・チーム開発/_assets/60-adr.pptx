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ドキュメント駆動開発（ADR）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アーキテクチャ決定記録(ADR)で重要な意思決定の背景・理由・結果を記録する。将来の開発者への知識継承。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ADRの構造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タイトル・ステータス・コンテキスト・決定・結果の5セクション。Markdownで軽量に管理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いつ書くか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技術選定・アーキテクチャパターン選択・重要な設計判断時。小さな実装詳細は不要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リポジトリにdocs/adr/に保存してコードと一緒に管理。OSSではRFCとして公開することも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