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リファクタリングと技術的負債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外部の振る舞いを変えずにコードの内部構造を改善する作業。技術的負債の返済でシステムの持続可能性を維持する。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リファクタリング手法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メソッド抽出・変数抽出・クラス分割・重複の排除・条件式の簡素化など体系的な手法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技術的負債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意図的な近道(Prudent)と不注意(Reckless)の負債。利子は機能追加コスト増・バグ増として支払われる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安全なリファクタリング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テストを先に書いてから変更。IDE の自動リファクタリング機能を活用。小さなステップで実施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