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パフォーマンステスト・負荷テスト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システムの性能・スケーラビリティ・耐久性を検証するテスト。問題を本番前に発見し非機能要件を満たす。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負荷テスト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想定負荷・最大負荷でのレスポンスタイム・スループットを計測。JMeter・Gatling・k6を使用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ストレステスト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システムの限界を超えた負荷でのボトルネックと障害点を特定。自動回復能力も確認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プロファイリング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CPU・メモリ・I/O・DB クエリのボトルネックを特定。flamegraphで実行時間を可視化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