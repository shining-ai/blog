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テストカバレッジの考え方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コードがテストによってどれだけ実行されたかを計測する指標。高カバレッジは必要条件だが十分条件ではない。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カバレッジの種類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行カバレッジ・分岐カバレッジ・条件カバレッジ・パスカバレッジ。分岐が最も実用的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高カバレッジの限界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カバレッジが高くても意味のないアサーションではバグは見つからない。質も重要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適切な目標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クリティカルなビジネスロジックは80%以上を目指す。100%は費用対効果が低いことが多い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