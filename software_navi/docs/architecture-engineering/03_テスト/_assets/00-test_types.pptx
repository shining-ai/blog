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テストの種類（ユニット・統合・E2E）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テストピラミッドに基づく3種類のテスト。ユニットテストを基盤に、少数の統合テストとE2Eテストを組み合わせる。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ユニットテスト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個別クラス・関数を単独でテスト。モックで依存を排除。高速・大量・コード品質の基盤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統合テスト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複数コンポーネントを結合してテスト。DB・外部API との統合を確認。実環境に近い設定で実行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E2Eテスト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本番同等環境でユーザシナリオをテスト。Selenium・Playwright・Cypress。遅いが最も現実的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テストピラミッド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Unit多量・Integration中量・E2E少量が理想。逆三角形(アイスクリームコーン)は保守困難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