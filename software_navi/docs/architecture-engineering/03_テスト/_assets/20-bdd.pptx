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BDD（振る舞い駆動開発）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ビジネス要件をGiven-When-Then形式で表現するテスト手法。非エンジニアも読める仕様書としてのテストを書く。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Given-When-Then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Given: 前提条件、When: 操作、Then: 期待結果。Gherkin記法でシナリオを自然言語で記述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Cucumber・Behave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Gherkinシナリオを実行可能なテストにマッピングするフレームワーク。ステップ定義で実装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TDDとの違い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BDDは振る舞い・ビジネス価値に焦点。ステークホルダーとの共通言語でコミュニケーション改善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