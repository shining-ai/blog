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テスト駆動開発（TDD）の実践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Red→Green→Refactorの3ステップサイクルでテストファーストにコードを書く開発手法。設計改善と品質向上を両立。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Red フェーズ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まず失敗するテストを書く。仕様を明確化し実装前に期待動作を定義する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Green フェーズ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テストをパスさせる最小限のコードを実装。美しさより動作を優先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Refactor フェーズ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テストが通った状態でコードを改善。DRY・クリーンな設計に整理。テストが変化を検知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