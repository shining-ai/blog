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プロパティベーステスト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特定の入力値ではなく入力の性質(プロパティ)を定義しランダム値で大量にテストする手法。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プロパティの定義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「reverse(reverse(list)) == list」のような不変条件を定義。特定値でなく一般的な性質をテスト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Hypothesis・QuickCheck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ランダム値を自動生成してプロパティをテスト。失敗するとシュリンキングで最小再現ケースを提示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発見できる問題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エッジケース・オーバーフロー・順序依存バグなど通常のユニットテストで見つかりにくい問題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