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モック・スタブ・フェイクの使い分け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テストダブルの種類と適切な使い分け。テスト対象の依存を置き換えて単独でのテストを可能にする。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スタブ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テスト対象への入力を制御するテストダブル。「DBは常にユーザが存在する」という固定値を返す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モック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テスト対象の出力(呼び出し)を検証するテストダブル。「メールが1回送信されたか」を確認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フェイク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実際の実装を持つ軽量版。インメモリDBやファイルシステム。スタブより高機能だが本番より簡素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