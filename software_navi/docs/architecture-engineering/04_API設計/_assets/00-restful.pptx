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RESTful API 設計原則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HTTPの意味論を正しく使用したRESTアーキテクチャスタイルに基づくAPI設計。リソース指向でURLを設計する。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リソース指向URI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名詞でリソースを表現: /users・/orders/{id}。動詞はHTTPメソッドで表現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HTTPメソッドの使い分け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GET(冪等・安全)・POST(非冪等・副作用あり)・PUT/PATCH(冪等・更新)・DELETE(冪等・削除)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ステータスコード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200/201/204/400/401/403/404/409/422/500 を適切に使用。エラー時はメッセージボディに詳細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