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GraphQL の設計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クライアントが必要なデータを宣言的に取得できるクエリ言語。過剰取得・不足取得の問題を解決する。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型システム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Schema Definition Language(SDL)で型とフィールドを定義。型安全なクエリのイントロスペクション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Query・Mutation・Subscription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Query: 読み取り。Mutation: 書き込み。Subscription: リアルタイムのpush通知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N+1問題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リゾルバが親ごとに子をクエリするN+1を DataLoader(バッチ+キャッシュ)で解決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