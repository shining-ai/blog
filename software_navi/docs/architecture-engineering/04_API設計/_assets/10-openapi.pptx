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OpenAPI / Swagger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REST APIをYAML/JSONで記述する標準仕様。スキーマ駆動開発でドキュメント生成・クライアント自動生成を実現。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スキーマ定義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paths・components/schemasでエンドポイント・データモデルを定義。型・必須フィールド・例を記述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コード生成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OpenAPI Generator でサーバスタブ・クライアントSDKを自動生成。多言語対応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Swagger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APIドキュメントを対話型UIで提供。ブラウザから直接API をテスト可能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