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API バージョニング戦略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既存クライアントへの影響を最小化しながら API を進化させる戦略。URLパス・クエリパラメータ・ヘッダの3方式。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URLパス versioning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GET /api/v1/users。直感的でシンプル。URI がバージョンを直接表現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HTTPヘッダ versioning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Accept: application/vnd.myapi.v2+json。URIを汚染しないが発見しにくい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非破壊的変更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フィールド追加・任意フィールドのデフォルト値設定は後方互換。削除・型変更は破壊的変更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