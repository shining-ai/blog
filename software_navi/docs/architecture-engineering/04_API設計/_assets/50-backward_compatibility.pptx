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後方互換性の維持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APIの変更が既存クライアントを壊さないように設計する原則。セマンティックバージョニングと廃止プロセスを定める。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後方互換な変更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フィールド追加・任意引数追加・エンドポイント追加。既存クライアントへの影響なし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非互換な変更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フィールド削除・型変更・必須化・エンドポイント削除。major versionを上げて移行期間を設ける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非推奨(Deprecation)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廃止予定を明示してクライアントに移行期間を与える。Deprecation ヘッダ・ドキュメントで通知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