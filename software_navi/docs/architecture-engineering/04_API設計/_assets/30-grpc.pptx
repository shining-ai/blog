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gRPC と Protocol Buffers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HTTP/2 ベースの高効率 RPC フレームワーク。Protocol Buffers でシリアライズしてマイクロサービス間通信に最適。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Protocol Buffers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バイナリシリアライズ形式。JSONより高効率で型安全。.protoファイルから各言語のコードを自動生成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ストリーミング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Unary・Server Streaming・Client Streaming・Bidirectional Streamingの4パターン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マイクロサービスへの適用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サービス間の低遅延・高スループット通信。LoadBalancing・HealthCheck・Interceptorを標準サポート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