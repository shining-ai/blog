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CQRS と Event Sourcing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コマンドとクエリを分離するCQRS。状態変化をイベントとして記録するEvent Sourcing。DDDと組み合わせて使用される。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CQRS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Command(更新)とQuery(読み取り)のモデルを分離。書き込み側は正規化、読み取り側はデノーマライズ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Event Sourcing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現在状態の代わりにイベント列を保存。状態を再生成・任意時点に戻ることが可能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投影(Projection)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イベントストリームからリードモデルを構築。非同期で複数のビューを構築できる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