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レイヤードアーキテクチャ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システムを水平な層に分割するアーキテクチャ。プレゼンテーション・ビジネスロジック・データアクセスの3〜4層が一般的。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各層の責任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プレゼン層: UI/API。ビジネス層: ドメインロジック。データアクセス層: DB/外部API。インフラ層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依存の方向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上位層のみ下位層に依存。下位層が上位層を知ってはならない。テスト時はモックで置き換え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メリット・デメリット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シンプルで理解しやすい。スケーラビリティの課題・レイヤー間のオーバーヘッド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