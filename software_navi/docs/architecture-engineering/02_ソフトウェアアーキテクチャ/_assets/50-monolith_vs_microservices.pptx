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モノリス vs マイクロサービスの判断基準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モノリシックアーキテクチャとマイクロサービスアーキテクチャのトレードオフ。規模・チーム・要件で選択する。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モノリスのメリット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シンプルな開発・デプロイ。トランザクション管理が容易。小規模・初期段階には最適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マイクロサービスのメリット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独立したスケール・デプロイ・技術選択。障害の局所化。大規模チームでの並行開発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判断基準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チームの規模・デプロイ頻度・スケール要件・サービスの独立性。分散システムの複雑さとトレードオフ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