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ドメイン駆動設計（DDD）入門</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ビジネスドメインの概念をソフトウェアモデルに反映する設計手法。ユビキタス言語でドメインエキスパートと共有する。</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ユビキタス言語</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開発者とドメインエキスパートが共通の言語を使用。コードにもビジネス用語を反映</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戦略的設計</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境界付きコンテキストでシステムを分割。コンテキストマップで関係を明示。ACL で防腐</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戦術的設計</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エンティティ・値オブジェクト・集約・ドメインサービス・リポジトリ・ファクトリのパターン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