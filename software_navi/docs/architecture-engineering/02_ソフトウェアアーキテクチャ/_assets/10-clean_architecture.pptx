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クリーンアーキテクチャ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ビジネスルール(エンティティ・ユースケース)を中心に据えた同心円状のアーキテクチャ。依存は常に内側へ向く。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依存性の方向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外側が内側に依存。Entities→UseCases→Interface Adapters→Frameworks&amp;Drivers の順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独立性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フレームワーク・DB・UIに依存しないビジネスロジック。テスト容易・技術変更に強い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依存性逆転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外側から内側へのアクセスはインタフェース経由。リポジトリインタフェースをドメイン層で定義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