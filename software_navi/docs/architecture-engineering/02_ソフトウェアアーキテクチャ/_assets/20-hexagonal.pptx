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ヘキサゴナルアーキテクチャ（ポート＆アダプタ）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アプリケーションコアをポートとアダプタで外部技術から分離するアーキテクチャ。テスト容易性と柔軟性を実現。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ポート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アプリケーションが外部と通信するためのインタフェース。入力ポート(ユースケース)と出力ポート(リポジトリ)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アダプタ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ポートの実装。HTTP Controller・Kafka Consumer(入力)・DB実装・外部API(出力)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テスト戦略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アダプタをモックに差し替えてアプリケーションコアを単体テスト。インフラ依存ゼロでテスト可能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