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State パターン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オブジェクトの内部状態が変わると振る舞いが変わるパターン。状態ごとのクラスで状態遷移を表現する。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状態クラス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各状態(Idle・Running・Stopped)を別クラスに分離。同じメソッド呼び出しが状態で異なる動作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if/else の排除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状態による条件分岐を状態クラスに置き換え。新しい状態の追加がクリーンにできる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活用例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自動販売機・信号機・TCP接続状態・ゲームキャラクターのAI状態管理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