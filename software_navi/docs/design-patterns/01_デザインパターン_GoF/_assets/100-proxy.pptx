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Proxy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別のオブジェクトへのアクセスを制御するオブジェクト。遅延初期化・アクセス制御・ロギング・キャッシュに活用。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仮想プロキシ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大きなオブジェクトの遅延初期化。最初のアクセス時にのみ実オブジェクトを生成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保護プロキシ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アクセス権チェックを追加。実オブジェクトへのアクセスを条件付きで制御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リモートプロキシ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別プロセス・マシンのオブジェクトへのローカルな代理。RPCのスタブ・gRPC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