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Prototype パターン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既存オブジェクトをコピーして新しいオブジェクトを生成するパターン。オブジェクトの型に依存せずにコピーを作成。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clone() メソッド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Prototypeインタフェースにclone()を定義。ConcretePrototypeが自身のコピーを返す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浅いコピー vs 深いコピー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浅いコピーは参照をコピー、深いコピーは参照先まで再帰的にコピー。要件に応じて選択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活用例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コストの高いオブジェクト初期化の回避。ゲームオブジェクトの複製。テスト用フィクスチャ生成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