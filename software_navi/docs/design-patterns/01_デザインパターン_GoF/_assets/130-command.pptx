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Command パターン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リクエストをオブジェクトとしてカプセル化するパターン。操作の記録・undo/redo・キューイング・ログが可能。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Commandオブジェクト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execute()とundo()を持つインタフェース。具体的な操作(コピー・ペースト)を表現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Invoker と Receiver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Invoker がCommandを実行。Receiverが実際の操作を行う。InvokerはReceiverを知らない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活用例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テキストエディタのundo/redo・トランザクションログ・ジョブキュー・マクロ記録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