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Builder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複雑なオブジェクトをステップバイステップで構築するパターン。同じ構築プロセスで異なる表現を生成できる。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Builderの役割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setName・setAge・build()などメソッドチェーンで属性を設定し最後にbuild()でオブジェクト生成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メソッドチェーン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各setter がthisを返すことで流暢なAPI(Fluent API)を実現。可読性の高い生成コード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SQLクエリビルダ・HTTPリクエストビルダ・OAuthクライアント設定。多数の任意パラメータがある場合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