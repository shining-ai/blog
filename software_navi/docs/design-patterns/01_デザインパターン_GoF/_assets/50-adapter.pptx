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Adapter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互換性のないインタフェースを持つクラスを協調動作させるパターン。既存クラスを変更せずに新しいインタフェースに適合。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クラスアダプタ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継承でターゲットインタフェースを実装。既存クラスを継承して新しいインタフェースに変換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オブジェクトアダプタ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委譲でターゲットインタフェースを実装。Adapteeのインスタンスを持ちメソッドを委譲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外部ライブラリの統合・レガシーコードとの橋渡し・XMLをJSON APIに変換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