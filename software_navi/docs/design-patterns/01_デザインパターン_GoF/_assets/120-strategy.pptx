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Strategy 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アルゴリズムのファミリを定義し、それぞれをカプセル化して交換可能にするパターン。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Strategy インタフェース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sort()・pay()などのアルゴリズムをインタフェースで定義。具体策(QuickSort・BubbleSort)を注入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実行時の切り替え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コンテキストオブジェクトにStrategyを注入。実行時に動的にアルゴリズムを変更可能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if/else の排除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条件分岐でアルゴリズムを選ぶコードをStrategyクラスに分離。OCPに準拠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