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Chain of Responsibility パターン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リクエストを処理できるオブジェクトをチェーンで連結。処理できるオブジェクトが見つかるまでチェーンを辿る。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ハンドラチェーン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Handler.handle()→処理できなければnext.handle()に委譲。リクエスト送信者とハンドラを疎結合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動的な組み合わせ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チェーンの順序・組み合わせを実行時に変更可能。ミドルウェア・フィルタパイプライン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活用例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HTTPミドルウェア(Express/Koa)・例外ハンドラ・ロギングフィルタ・サポートエスカレーション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