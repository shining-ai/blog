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Singleton パターン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クラスのインスタンスが1つだけ存在することを保証するパターン。グローバルアクセスポイントを提供する。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遅延初期化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初回アクセス時にインスタンスを生成。スレッドセーフにするためのダブルチェックロッキング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問題点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グローバル状態でテストが困難・密結合・単一責任原則違反になりやすい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代替案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DIコンテナでスコープを管理(Springのシングルトンスコープ)。明示的な依存注入を推奨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