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Factory Method パターン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オブジェクト生成をサブクラスに委譲するパターン。生成するクラスを変更せずに生成される型を変更できる。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Creator と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抽象Creator がfactoryMethod()を定義。ConcreteCreatorがConcreteProductを生成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拡張の容易性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新しいProductを追加するにはConcreteCreatorを追加するだけ。既存コードを変更不要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活用例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Logger・DatabaseConnection・UIComponent生成。フレームワークの拡張ポイントとして使用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