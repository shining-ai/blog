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Composite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個々のオブジェクトと複合オブジェクトを統一的に扱うパターン。ツリー構造を表現するのに最適。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Component・Leaf・Composite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Component インタフェースをLeaf(末端)とComposite(子を持つ)が実装。クライアントは区別しない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再帰的な処理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Compositeのoperation()は子全員のoperation()を呼ぶ。ツリー全体を再帰的に操作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ファイルシステム・GUIコンポーネント・XMLドキュメント・組織階層の表現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