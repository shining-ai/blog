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Template Method 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アルゴリズムのスケルトンを基底クラスで定義し、一部のステップをサブクラスに委譲するパターン。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不変・可変の分離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基底クラスが処理の骨格(templateMethod)を定義。可変部分のみabstractメソッドで提供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ハリウッド原則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「こちらから呼ぶな、呼ばれるまで待て」。基底クラスがサブクラスのメソッドを呼ぶ制御の逆転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活用例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テストフレームワークのsetUp/tearDown・HTTPサーブレット・データ変換パイプライン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