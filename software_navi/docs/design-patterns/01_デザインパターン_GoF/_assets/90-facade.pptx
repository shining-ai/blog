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Facade パターン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複雑なサブシステムへの簡略化したインタフェースを提供するパターン。クライアントと複雑な内部を分離する。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複雑さの隠蔽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OrderFacade.placeOrder()がInventory・Payment・Shipping・Notification の複雑な連携を隠蔽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依存の局所化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クライアントはFacadeのみに依存。サブシステムの変更が外部に波及しない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活用例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ライブラリラッパー・マイクロサービスのBFF(Backend for Frontend)・レガシー系のラップ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