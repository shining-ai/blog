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Abstract Factory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関連するオブジェクトのファミリを生成するインタフェース。具体的なクラスを指定せずに製品ファミリを作成。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製品ファミリ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WindowsFactory・MacFactoryがButton・TextBoxをそれぞれ生成。OS間の切り替えが容易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一貫性の保証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同一ファクトリから生成されたオブジェクトは互換性がある。整合性を工場レベルで保証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Factory Method との違い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Abstract Factory: 製品ファミリ全体を管理。Factory Method: 単一製品の生成を変更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