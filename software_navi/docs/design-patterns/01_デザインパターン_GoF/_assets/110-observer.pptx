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Observer パターン</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1対多の依存関係を定義し、オブジェクトの状態変化を全依存オブジェクトに自動通知するパターン。</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Subject と Observer</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Subject がObserverのリストを管理。notifyObservers()で全Observerのupdate()を呼び出し</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疎結合な通知</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SubjectはObserverの具体型を知らない。インタフェース経由で通知し、密結合を避ける</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活用例</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MVCのモデル変更をビューへ通知・イベントハンドラ・リアクティブプログラミングの基盤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