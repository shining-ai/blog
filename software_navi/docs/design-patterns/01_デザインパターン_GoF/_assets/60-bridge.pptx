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Bridge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抽象化と実装を分離して独立して変更できるようにするパターン。継承の爆発的増加を防ぐ。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Shape×Color×Renderer で組み合わせ爆発。継承でN×Mクラスが必要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解決策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Abstraction(Shape)がImplementor(Renderer)への参照を持つ。独立して拡張可能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UIウィジェットとOS実装の分離。ドライバとデバイスの分離。プラットフォーム非依存設計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