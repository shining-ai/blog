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Decorator パターン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オブジェクトに動的に新しい責任を追加するパターン。継承の代わりに委譲で機能を重ね合わせる。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ラッパー構造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DecoratorはComponentインタフェースを実装しかつComponentへの参照を持つ。委譲後に追加処理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動的な機能追加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コンパイル時ではなく実行時に組み合わせを変更。n個のDecoratorを自由に重ね合わせ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活用例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Java IO(BufferedInputStream+GZIPInputStream)・HTTP ミドルウェア・ロギング・キャッシュの追加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