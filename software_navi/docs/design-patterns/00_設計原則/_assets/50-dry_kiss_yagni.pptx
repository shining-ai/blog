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DRY・KISS・YAGNI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シンプルで保守しやすいコードを書くための3つの原則。重複排除・単純さ優先・不要な機能を作らない。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DRY (Don't Repeat Yourself)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知識は1か所にのみ表現すべき。コピペは変更漏れを生む。抽象化・モジュール化で排除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KISS (Keep It Simple)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シンプルさを最優先。複雑な設計より単純な解を選ぶ。過度な抽象化・最適化を避ける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YAGNI (You Ain't Gonna Need 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今必要でない機能を実装しない。未来の要件を先読みした実装はコストと複雑さを増やす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