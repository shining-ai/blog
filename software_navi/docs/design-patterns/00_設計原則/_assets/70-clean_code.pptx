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Clean Code の考え方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Robert C. Martin が提唱するクリーンコードの原則。読みやすく、意図が明確で、変更しやすいコードを書く。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命名の重要性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変数・関数・クラス名は意図を明確に表現。略語を避け、探しやすい名前を選ぶ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関数の設計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1つの関数は1つのことだけをする。引数は少なく・副作用なし・早期return でネスト低減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コメントより表現力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コメントはなぜを説明するもの。何をするかは名前とコードで表現。Dead codeを消す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