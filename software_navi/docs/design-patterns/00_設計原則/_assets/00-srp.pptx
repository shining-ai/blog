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SOLID原則 S: 単一責任の原則（SRP）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クラス・モジュールは変更理由が1つだけであるべき。変更の理由が複数あると凝集度が低く変更に脆くなる。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責任の分離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UserクラスがDB保存とメール送信を担当→UserRepository・EmailServiceに分離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変更の理由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「ビジネスルールの変更」と「データ形式の変更」は別の理由。それぞれ別クラスに分離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凝集度の向上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SRP を守ると高凝集・低結合が達成。テスト容易性・再利用性・保守性が向上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