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SOLID原則 I: インタフェース分離の原則（ISP）</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クライアントは自身が使用しないメソッドへの依存を強制されるべきではない。大きなインタフェースを分割する。</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大きなインタフェースの問題</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不要なメソッドを実装させる・変更の波及が広がる・テスト困難</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分割の指針</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クライアントの用途別にインタフェースを分割。Printable・Scannable・Faxableに分離</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ロールインタフェース</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クライアントが必要とする役割だけを定義した小さなインタフェースの集合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