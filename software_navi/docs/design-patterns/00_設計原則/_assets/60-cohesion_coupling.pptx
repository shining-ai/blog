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凝集度と結合度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モジュール設計の品質指標。凝集度は高く(High Cohesion)、結合度は低く(Low Coupling)が良い設計の指針。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凝集度の種類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偶発的(最悪)→論理的→時間的→手続き的→通信的→逐次的→機能的(最善)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結合度の種類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内容結合(最悪)→共通結合→外部結合→制御結合→スタンプ結合→データ結合(最善)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目指す設計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機能的凝集(一つの明確な目的)とデータ結合(引数で必要なデータのみ渡す)を目指す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