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SOLID原則 L: リスコフ置換の原則（LSP）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派生クラスは基底クラスに置き換え可能であるべき。サブタイプは基底クラスの契約を守らなければならない。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事前条件を強化しない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サブクラスのメソッドの入力条件は基底クラス以下。より制限的な前提条件はNG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事後条件を弱化しない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サブクラスのメソッドの出力保証は基底クラス以上。より少ない保証はNG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典型的違反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Square extends Rectangle で setWidth がHeight も変更→LSP違反。継承より合成を検討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