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SOLID原則 O: 開放閉鎖の原則（OCP）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ソフトウェアの要素は拡張に対して開いており、修正に対して閉じているべき。既存コードを変えずに新機能を追加。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拡張に開いている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新しい振る舞いを追加できる。抽象化(インタフェース・抽象クラス)で拡張ポイントを定義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修正に閉じている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既存コードを変更せずに拡張。Strategyパターン・依存注入で新しい実装を差し込む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実践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shape.draw() をif/else で分岐→Shape インタフェースを実装したCircle・Rectangleに分離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