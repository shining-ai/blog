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SOLID原則 D: 依存性逆転の原則（DIP）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上位モジュールは下位モジュールに依存してはならず、両方とも抽象に依存すべき。依存の方向を逆転させる。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抽象への依存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UserService→UserRepositoryInterface←UserRepositoryImpl。具体クラスへの直接依存を避ける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依存性注入(DI)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コンストラクタ・セッタ・インタフェースインジェクションで依存関係を外部から注入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DIコンテナ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Spring・Guice・ASP.NET CoreのDIコンテナで依存関係を設定ファイルやアノテーションで管理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