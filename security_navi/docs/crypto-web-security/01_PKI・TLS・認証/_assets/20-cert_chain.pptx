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証明書の検証チェーン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TLS接続時にブラウザが証明書の有効性を確認するプロセス。ルートCAまでの信頼チェーンを辿って検証する。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チェーン構築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エンドエンティティ→中間CA→ルートCA とチェーンを辿る。中間証明書はサーバから送信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検証手順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署名検証・有効期限確認・用途確認(EKU)・失効確認(OCSP/CRL)・ホスト名検証(SAN)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証明書の透明性(CT)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Certificate Transparency ログに証明書を記録。不正発行の早期検出・ブラウザがCTログを確認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