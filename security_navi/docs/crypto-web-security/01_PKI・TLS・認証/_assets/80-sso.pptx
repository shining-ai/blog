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SSO（シングルサインオン）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1回の認証で複数のサービスにアクセスできる仕組み。SAML・OAuth2/OIDCでエンタープライズSSO・ソーシャルログインを実現。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SAML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XMLベースのSSO標準。IdP(認証サーバ)とSP(サービス)間でアサーションを交換。企業向け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OAuth2/OIDC 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IdP で1回認証後に各サービスへの認可。Google Workspace・Okta・Auth0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セッション管理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中央セッションの有効期限管理・ログアウトの連携(SLO)・セッション固定化攻撃への対策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