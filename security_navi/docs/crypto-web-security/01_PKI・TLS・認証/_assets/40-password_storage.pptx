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パスワードの安全な保存（bcrypt・Argon2）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パスワードを平文や単純ハッシュで保存してはならない。低速な適応型ハッシュ関数でブルートフォースを困難にする。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ソルト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ユーザごとにランダムな値を付加してレインボーテーブル攻撃を防止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コストパラメータでハッシュの計算コストを調整。GPUによる総当たりを抑制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Argon2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メモリハードな最新アルゴリズム。PHC優勝。メモリ・時間・並列度を調整してGPU/ASIC攻撃に強い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禁止事項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MD5・SHA-1・SHA-256 の直接使用。高速なハッシュはブルートフォースが容易。必ずbcrypt/Argon2を使用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