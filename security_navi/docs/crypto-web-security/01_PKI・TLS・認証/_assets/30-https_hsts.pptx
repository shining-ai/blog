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HTTPS の仕組みと HSTS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HTTPをTLSで暗号化するHTTPS。HSTSでHTTPへのダウングレード攻撃を防止する。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HTTPS の利点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盗聴防止・改ざん防止・なりすまし防止。Let's Encrypt で無料証明書が普及して標準化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HSTS ヘッダ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Strict-Transport-Security: max-age=31536000; includeSubDomains; preload。以降はHTTPSのみ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HSTS Preload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ブラウザにドメインを事前登録。最初のHTTPリクエストも安全にHTTPSに強制リダイレクト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