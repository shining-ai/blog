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OAuth 2.0 と OpenID Connect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認可フレームワーク(OAuth2)と認証レイヤー(OIDC)。「Googleでログイン」などのソーシャルログインの基盤技術。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OAuth2 認可フロー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Authorization Code Flow がセキュア。クライアントシークレット+PKCEでコードインターセプト対策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アクセストークン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リソースサーバへのアクセスを許可するトークン。スコープで権限を制限。Bearerトークン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OIDC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OAuth2の上に認証を追加。IDトークン(JWT)でユーザ情報を取得。UserInfoエンドポイントも提供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