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X.509 証明書と PKI</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公開鍵インフラストラクチャ。認証局(CA)が公開鍵と所有者情報を紐付けた証明書に署名して信頼を確立する。</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証明書の構造</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Subject・発行者・公開鍵・有効期限・サブジェクト代替名(SAN)・CA署名を含む</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信頼チェーン</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ルートCA→中間CA→エンドエンティティ証明書の階層。ルートCAはブラウザに事前組み込み</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CRL・OCSP</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証明書失効リスト(CRL)とOnline Certificate Status Protocol。証明書の有効性をリアルタイム確認</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