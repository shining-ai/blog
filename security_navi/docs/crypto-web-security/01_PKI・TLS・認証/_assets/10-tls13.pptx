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TLS 1.3 ハンドシェイクの詳細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最新のTLSバージョン。1-RTTハンドシェイク・前方秘匿性必須・弱い暗号スイート廃止で安全性と速度を向上。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1-RTT ハンドシェイク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ClientHello(key_share)→ServerHello+証明書+Finished→クライアントFinished。1往復で完了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0-RTT 再接続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セッションチケットでPSKを保存。再接続時に0-RTTデータを送信。リプレイ攻撃リスクに注意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廃止された機能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RSA鍵交換・静的DH・RC4・3DES・MD5・SHA-1・圧縮・ネゴシエーション圧縮を廃止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