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多要素認証（TOTP・FIDO2）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知識・所持・生体の複数要素でアカウントを保護する認証方式。フィッシング耐性のあるFIDO2が最も安全。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TOTP (RFC 6238)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時刻ベースの6桁ワンタイムパスワード。HMAC-SHA1で共有シークレットと時刻から生成。30秒有効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FIDO2/WebAuthn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ハードウェアキー・生体認証で秘密鍵をデバイスに保存。フィッシング不可能・パスワードレス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SMS OTP の弱点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SIMスワッピング・SS7攻撃・ソーシャルエンジニアリングで突破可能。TOTP/FIDO2を推奨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