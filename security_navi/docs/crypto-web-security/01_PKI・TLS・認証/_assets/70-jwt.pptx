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JWT の仕組みと落とし穴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JSON Web Token: Base64urlエンコードされたHeader.Payload.Signatureの3部構成。ステートレスな認証に広く使用。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Header(alg・typ)・Payload(sub・exp・iat・カスタムクレーム)・Signature。ドット区切り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署名検証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RS256(RSA)かHS256(HMAC)で署名。検証に失敗したトークンは拒否。alg=none攻撃を防ぐ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落とし穴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短い有効期限・失効機構の実装・機密情報をペイロードに入れない・適切なアルゴリズムの選択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