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XSS（クロスサイトスクリプティング）（防御方法中心）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攻撃者のスクリプトが被害者のブラウザで実行される脆弱性。反射型・格納型・DOMベースの3種類がある。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反射型 XSS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URLパラメータのHTMLエスケープ漏れ。フィッシングメールのリンクから誘導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格納型 XSS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悪意あるスクリプトをDBに保存して複数ユーザに影響。掲示板・コメント欄が典型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HTMLエスケープ・CSPヘッダ(script-src設定)・HttpOnly Cookie・DOMPurifyでサニタイズ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