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セキュリティヘッダ（CSP・HSTS・X-Frame-Options）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レスポンスヘッダでブラウザのセキュリティ機能を制御する。XSS・クリックジャッキング・ダウングレード攻撃を防ぐ。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CSP (Content-Security-Policy)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スクリプト・スタイル・フレームの読み込み先を制限。XSS攻撃の実害を大幅軽減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X-Frame-Options / frame-ancestors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iframeでの埋め込みを禁止してクリックジャッキングを防止。CSP frame-ancestorsを推奨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その他重要ヘッダ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X-Content-Type-Options: nosniff・Referrer-Policy・Permissions-Policy・CORP/COEP/COOP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