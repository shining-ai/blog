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コマンドインジェクション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ユーザ入力がOSコマンドとして解釈される脆弱性。任意コマンド実行でサーバを完全制御される。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攻撃原理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ping $(id) ; cat /etc/passwd など特殊文字でコマンド連結。;・|・&amp;&amp;・$()・``が危険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避けるべき実装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exec("ping " + userInput)など文字列連結でコマンド生成。シェルインタプリタに渡さない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対策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コマンド実行を避ける・必要な場合はexecvp()で配列引数として渡す・入力を厳格にホワイトリスト検証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