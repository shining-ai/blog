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SQL インジェクション（防御方法中心）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ユーザ入力がSQLとして解釈される脆弱性。プリペアドステートメントで根本的に防御できる。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攻撃原理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入力に'OR'1'='1など注入してWHERE句を無効化。UNION SELECT で別テーブルを取得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プリペアドステートメント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パラメータをSQL構文とは別に送信。データがコードとして解釈されることを防ぐ根本対策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追加対策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ORMの使用・最小権限DBアカウント・WAF・入力検証・エラーメッセージ非公開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