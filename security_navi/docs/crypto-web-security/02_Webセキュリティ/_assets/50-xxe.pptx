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XML External Entity（XXE）インジェクション</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XMLパーサが外部エンティティを解決する機能を悪用してファイル読み取りやSSRFを引き起こす脆弱性。</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攻撃原理</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&lt;!DOCTYPE foo [&lt;!ENTITY xxe SYSTEM "file:///etc/passwd"&gt;]&gt;で外部ファイルを読み込み</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Out-of-band XXE</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外部へのDNS/HTTPリクエストで盲目的なXXEでもデータを外部に持ち出す</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対策</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外部エンティティを無効化(setFeature(FEATURE_EXTERNAL_ENTITIES, false))・JSON APIへの移行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