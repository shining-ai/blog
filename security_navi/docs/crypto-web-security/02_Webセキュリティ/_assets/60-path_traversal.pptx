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パストラバーサル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ファイルパスに../を含めることでWebルート外のファイルにアクセスする脆弱性。設定ファイルや秘密鍵の漏洩につながる。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攻撃パターン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GET /download?file=../../etc/passwd。URLエンコード(%2e%2e%2f)・二重エンコードで回避を試みる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Zipスリップ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Zipファイル展開時に../を含むファイル名で任意パスに書き込む。ライブラリのバリデーション不足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対策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ベースディレクトリの検証(pathを正規化後にstartsWith確認)・ユーザ入力をファイルパスに使わない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