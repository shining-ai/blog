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安全でない逆シリアル化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信頼できないデータを逆シリアル化するとオブジェクト生成・メソッド呼び出し・RCEが発生しうる脆弱性。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Javaの問題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ObjectInputStreamのreadObjectで任意クラスがインスタンス化。ガジェットチェーンでRCE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Pythonの問題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pickle.loads()で任意コードを実行。__reduce__メソッドで実行するコマンドを定義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信頼できないデータをデシリアライズしない・JSONなど型情報を持たない形式を使用・シリアライズにHMAC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