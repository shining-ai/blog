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OWASP Top 10 の概要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Webアプリケーションの最も重大な脆弱性トップ10。A01〜A10まで定期的に更新され、セキュリティ設計の基準となる。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インジェクション・認証欠陥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A01:アクセス制御不備・A02:暗号化失敗・A03:インジェクション・A04:安全でない設計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設定・コンポーネント・ロギング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A05:セキュリティ設定ミス・A06:脆弱なコンポーネント・A07:認証失敗・A08:整合性欠陥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SSRF・その他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A09:セキュリティログ不足・A10:SSRF。定期的にアップデートされるリストを参照して対策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