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SSRF（サーバサイドリクエストフォージェリ）（防御方法中心）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サーバがユーザ指定のURLに内部ネットワークへのリクエストを送信させる脆弱性。クラウド環境で特に危険。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攻撃原理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URLパラメータに http://169.254.169.254/latest/meta-data/ を指定してAWSメタデータを取得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内部サービスへのアクセス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内部API・Kubernetes API・Redis・Elasticsearchなど認証なし内部サービスに到達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URLのホワイトリスト・DNS再解決防止・プライベートIPへの接続禁止・IMDSv2への移行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