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CSRF（クロスサイトリクエストフォージェリ）（防御方法中心）</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ログイン中ユーザが罠サイトを訪問することで意図しないリクエストを送信させる攻撃。</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攻撃原理</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罠サイトに被害者サイトへのリクエストを仕込む。ブラウザは自動的にCookieを送信するため成立</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CSRFトークン</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フォームにセッション紐付きのランダムトークンを埋め込み。サーバ側でトークンを検証</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SameSite Cookie</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SameSite=Strict/Laxで他サイトからのリクエストにCookieを送信しない。最も効果的な対策</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