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ハッシュ関数（SHA-256・SHA-3）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任意長のデータから固定長のダイジェストを生成する一方向関数。衝突耐性・原像耐性・第2原像耐性が要件。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安全性要件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原像耐性(ハッシュから元データを求められない)・第2原像耐性・衝突耐性(同じハッシュの2つの入力を求められない)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SHA-2 (SHA-256/512)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NSA設計のMerkle-Damgård構造。256/512ビット出力。現在も広く使用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SHA-3 (Keccak)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スポンジ構造の新標準。MD5/SHA-1の脆弱性を受けて採用。NISTコンペで選出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用途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パスワードハッシュ・デジタル署名・データ整合性確認・HMAC・ブロックチェーン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