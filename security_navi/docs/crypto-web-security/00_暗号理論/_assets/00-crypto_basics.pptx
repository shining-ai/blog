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暗号の基礎概念（機密性・完全性・認証）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情報セキュリティの3要素(CIA)と暗号技術の役割。機密性・完全性・認証をどの暗号プリミティブが担うかを整理する。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機密性(Confidentiality)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認可された者のみが情報にアクセスできる。対称鍵暗号・公開鍵暗号で平文を暗号化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完全性(Integrity)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情報が改ざんされていないことを保証。ハッシュ関数・MAC・デジタル署名で検証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認証(Authentication)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通信相手・データ送信元が正当であることを確認。デジタル署名・証明書・HMAC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否認不可性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送信者が後から「送っていない」と言えないことを保証。デジタル署名で実現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