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楕円曲線暗号（ECC）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楕円曲線の離散対数問題に基づく公開鍵暗号。RSAより短い鍵長で同等の安全性を提供する。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楕円曲線の数学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y²=x³+ax+b 上の点の加算・スカラー倍算を定義。逆算(ECDLP)が計算困難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ECDSA・ECDH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ECDSA: 楕円曲線デジタル署名。ECDH: 鍵交換。P-256・Curve25519が広く使用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RSAとの比較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256bit ECC ≈ 3072bit RSA の安全性。鍵が短く署名・鍵交換が高速。TLS・SSHで主流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