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量子耐性暗号（格子暗号の概要）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量子コンピュータが実用化されても安全な暗号。NISTがKyber(ML-KEM)・Dilithium(ML-DSA)を標準化。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量子脅威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Shorアルゴリズムで RSA・ECC が破られる。Groverアルゴリズムで対称鍵の有効ビット数が半減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格子問題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LWE(Learning With Errors)・SVP(Shortest Vector Problem)は量子コンピュータでも困難とされる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移行計画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ハイブリッド鍵交換(既存+PQC)で段階的移行。「今収集して後で復号」攻撃に備えて早期移行を推奨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