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デジタル署名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秘密鍵でデータに署名し公開鍵で検証することで認証・完全性・否認不可性を提供する暗号技術。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署名生成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データのハッシュを計算し秘密鍵で暗号化(RSA)またはECDSA演算。署名=ハッシュの証明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署名検証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公開鍵で署名を復号したハッシュと実際のハッシュを比較。一致すれば秘密鍵保持者からの送信を確認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コード署名・TLS証明書・電子メール(S/MIME)・PDF署名・ブロックチェーントランザクション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