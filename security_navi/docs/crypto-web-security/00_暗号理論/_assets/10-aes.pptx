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共通鍵暗号（AES の仕組み）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同一鍵で暗号化・復号する対称暗号。AESは128/192/256ビット鍵を持つブロック暗号で現在の標準。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SPN 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SubBytes(S-box置換)・ShiftRows(行シフト)・MixColumns(列混合)・AddRoundKey(鍵加算)を繰り返す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鍵スケジュール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マスター鍵から各ラウンドキーを生成。128bit鍵で10ラウンド、256bit鍵で14ラウンド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セキュリティ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既知の実用的攻撃なし。総当たりには2^128〜256回が必要。量子コンピュータでも128bit以上は現在安全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