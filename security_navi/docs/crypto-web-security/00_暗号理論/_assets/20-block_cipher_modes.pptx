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ブロック暗号モード（ECB・CBC・CTR・GCM）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ブロック暗号を複数ブロックのデータに適用する運用モード。ECBは使用禁止、GCMが現在の標準推奨。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ECB (禁止)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各ブロックを独立に暗号化。同じ平文→同じ暗号文でパターンが漏れる。実用禁止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CBC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前ブロックの暗号文とXORしてから暗号化。IVが必要。シリアル処理でパディングオラクル攻撃の注意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GCM (推奨)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CTRモード + GHASH認証タグ。並列処理可・認証付き暗号(AEAD)。TLS 1.3で標準採用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