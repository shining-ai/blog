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MAC（HMAC）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共有秘密鍵でメッセージの完全性と認証を同時に提供するメッセージ認証コード。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HMAC 構造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HMAC(K,m) = H((K⊕opad) || H((K⊕ipad) || m))。ハッシュ関数を2重に適用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HMACとデジタル署名の違い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HMACは対称鍵で送受信者が同一鍵を共有。デジタル署名は非対称で第三者が検証可能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JWT・TLS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JWT のHMAC-SHA256署名に使用。TLSのMAC計算にも採用。APIの改ざん防止に活用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