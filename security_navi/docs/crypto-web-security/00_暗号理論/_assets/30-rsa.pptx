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公開鍵暗号（RSA の数学的背景）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大きな整数の素因数分解の困難性に基づく公開鍵暗号。鍵ペア生成・暗号化・復号・署名の仕組みを理解する。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鍵生成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大きな素数p・qを選択しn=p×qを計算。φ(n)=(p-1)(q-1)を求めe・dを設定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暗号化・復号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C = M^e mod n (公開鍵で暗号化)。M = C^d mod n (秘密鍵で復号)。RSA-OAEPを使用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セキュリティ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2048bit以上を推奨。量子コンピュータのShorアルゴリズムで破られるため移行計画が必要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