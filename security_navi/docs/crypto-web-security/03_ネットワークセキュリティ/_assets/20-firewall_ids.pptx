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ファイアウォールと IDS/IPS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ネットワーク境界を保護するセキュリティ装置の組み合わせ。FWがルールで制御しIDS/IPSが攻撃を検知・遮断する。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ファイアウォール種別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パケットフィルタ→ステートフルインスペクション→次世代FW(NGFW)。アプリ識別・ユーザ認証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IDS (侵入検知)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シグネチャベース・アノマリベースで攻撃を検知してアラート。通信は遮断しない受動的監視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IPS (侵入防止)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IDS機能 + インライン配置で攻撃パケットをリアルタイム遮断。誤検知が遮断につながるリスク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