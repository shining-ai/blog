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DNS ハイジャッキングと DNSSEC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DNSの回答を改ざんして正規サイトに偽装するDNSハイジャッキングと、デジタル署名で防ぐDNSSEC。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DNS ハイジャッキング手法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DNSキャッシュポイズニング・BGPハイジャッキング・レジストラへの不正アクセス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DNSSEC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ゾーンデータにRRSIG署名を付与。DSレコードで親→子の信頼チェーンを構築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DNS over HTTPS/TLS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DoH/DoTでDNSクエリを暗号化。盗聴・改ざん防止・プライバシー保護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