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ポートスキャンと Nmap（防御・検出方法）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ホストの開放ポートを探索するネットワーク調査手法。Nmapは最も広く使われるポートスキャナで、防御側も活用する。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TCP SYN スキャン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SYNパケットを送信しSYN-ACKが来ればポートオープン。RSTを返してセッションを完結させない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Nmap の用途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nmap -sV -O -p- でサービス・OS・全ポートをスキャン。脆弱性評価・資産台帳整備に使用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検出・防御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IDS/IPSでスキャンパターンを検出・レートリミット・ファイアウォールで不要ポートを閉じる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