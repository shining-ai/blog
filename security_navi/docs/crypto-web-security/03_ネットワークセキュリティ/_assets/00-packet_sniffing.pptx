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パケットスニッフィングと ARP スプーフィング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ネットワーク上のパケットを傍受・キャプチャする技術。ARPスプーフィングで中間者攻撃を実施する手法と防御。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パッシブスニッフィング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プロミスキャスモードでNICを設定し全パケットをキャプチャ。Wireshark・tcpdump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ARP スプーフィング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偽ARP応答でARPキャッシュを汚染し通信を中継。MITMの第1ステップ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防御策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Dynamic ARP Inspection(DAI)・暗号化通信の使用・静的ARPエントリ・802.1X認証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