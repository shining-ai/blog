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DDoS 攻撃の種類と対策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大量のトラフィックや不正リクエストでサービスを停止させる分散サービス拒否攻撃の種類と多層防御。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容量・プロトコル攻撃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UDP Flood・SYN Flood・増幅攻撃(DNS/NTP)。帯域またはステートテーブルを枯渇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アプリケーション攻撃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HTTP Flood・Slowloris・CC攻撃。L7 WAF・レートリミット・CAPTCHAで対策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緩和策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CDN/スクラビングセンター・Anycast・ISPフィルタリング・BGP Blackholing・Cloudflare Magic Transit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