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ASLR・PIE・Canary・NX の仕組み（防御機構の詳解）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現代OSに実装されているメモリ保護機構の組み合わせ。各機構の仕組みと回避手法を理解する。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ASLR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アドレス空間をランダム化。スタック・ヒープ・共有ライブラリのベースアドレスをランダムに配置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NX (DEP)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データ領域(スタック・ヒープ)での命令実行を禁止。W^Xポリシーでシェルコード直接実行を防止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PIE + RELRO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PIEでコード自体もASLR対象に。RELRO でGOT上書きによるplthookを防止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