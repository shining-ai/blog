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スタックバッファオーバーフロー（原理と防御機構）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スタック上のバッファを超えてデータを書き込み、戻りアドレスを上書きして任意コードを実行する古典的脆弱性。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gets/strcpyなど長さチェックなし関数でスタックバッファを超えて書き込み。RIPを制御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Stack Canary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スタックフレームにランダム値を配置。関数返値前に検証して改ざんを検知してabort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防御の組み合わせ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Canary+ASLR+NX(DEP)の組み合わせ。ROP でNXを回避されることがあるため多層防御が重要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