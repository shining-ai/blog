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フォーマット文字列攻撃（防御方法中心）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printf(user_input)のように書式文字列に直接ユーザ入力を渡すと任意メモリ読み取り・書き込みが可能になる脆弱性。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printf("%x %x %x")でスタック上の値を読み取り。%nで任意アドレスに書き込みも可能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防御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常にprintf("%s", str)のようにフォーマット文字列を固定。-Wformat コンパイラ警告を活用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FORTIFY_SOURCE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glibc の-D_FORTIFY_SOURCEで書式文字列攻撃を部分的に検出・防止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