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動的解析とデバッガ（GDB・pwndbg）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プログラムを実行しながらメモリ・レジスタ・制御フローを追跡する解析手法。バイナリの実際の動作を観察する。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GDB の基本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b main でブレークポイント設定、r で実行、ni/si でステップ実行、x/20gx $rsp でメモリダンプ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pwndbg/peda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GDB拡張プラグイン。スタック・ヒープ・レジスタをカラフルに表示。CTF/セキュリティ研究で標準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strace・ltrace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syscall(strace)・ライブラリ呼び出し(ltrace)をトレース。IOと依存ライブラリの動作を把握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