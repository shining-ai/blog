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ヒープオーバーフロー（原理と防御機構）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ヒープ領域のバッファを超えてデータを書き込み、ヒープ管理構造を破壊して任意コードを実行する脆弱性。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malloc()で確保したバッファを超えて書き込み。ヒープメタデータ(sizeフィールド等)を破壊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Use After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解放済みメモリへのアクセス。型混同・ダングリングポインタ・ヒープスプレーで悪用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防御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GLibc tcache・ptmalloc のセキュリティチェック・ASAN(AddressSanitizer)での開発時検出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