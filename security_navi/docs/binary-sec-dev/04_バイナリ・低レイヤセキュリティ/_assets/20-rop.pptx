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Return-Oriented Programming（ROP）の概念と防御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既存バイナリ内のgadget(ret命令で終わるコード片)を連結して任意処理を実行するNX回避技術。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ROP gadget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ret命令で終わるコード断片。pop rdi; retなどを繋いでシェルコードなしに機能を実現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ROPchain 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各gadgetのアドレスをスタックに積む。execve("/bin/sh")などのsyscallを呼び出し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防御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CET(Shadow Stack)・CFI(制御フロー整合性)・ASLR でgadgetアドレスのランダム化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