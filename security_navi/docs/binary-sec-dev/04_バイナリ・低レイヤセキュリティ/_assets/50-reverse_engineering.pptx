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リバースエンジニアリング入門（Ghidra）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バイナリを逆アセンブル・逆コンパイルしてソースコードなしに動作を解析する技術。セキュリティ研究・マルウェア解析に使用。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Ghidra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NSA製のOSS逆コンパイラ。アセンブリからC言語に近いコードを生成。Function Graph・Decompiler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静的解析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バイナリを実行せずに構造を解析。文字列・インポート・制御フロー・型情報を分析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逆アセンブリの読み方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呼び出し規約・スタックフレーム・比較・ジャンプ命令のパターンを理解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