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典型的な Web 問題の学び方（教育目的）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WebカテゴリのCTF問題の典型パターンと学習アプローチ。OWASPのリスクを実際に体験して対策を理解する。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典型パターン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SQLi(SQLmap)・XSS・PHP type juggling・SSTI・パストラバーサル・IDOR・JWT操作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Burp Suite 活用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プロキシでHTTPリクエスト/レスポンスを傍受・変更。Repeater・Intruder・Decoder を活用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学習リソース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OWASP Juice Shop・WebGoat・HackTheBox・DVWA など脆弱なWebアプリで実践練習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