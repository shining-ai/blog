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典型的な Crypto 問題の学び方（教育目的）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CryptoカテゴリのCTF問題の典型パターン。暗号の誤用・実装ミス・数学的弱点を発見する力を養う。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典型パターン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XORの繰り返し鍵・ECBモード使用・RSA小指数攻撃・PRNG予測・Padding Oracle攻撃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Pythonライブラリ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pycryptodome・sage・gmpy2・cryptography。数学的な攻撃をスクリプト化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学習順序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基本XOR→古典暗号→AESモード→RSA数学→楕円曲線→ランダム性。CryptoHack で実践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