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CTF のカテゴリ紹介（Pwn・Web・Crypto・Forensics）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Capture The Flagはセキュリティ技術を競うコンテスト。各カテゴリの特徴と学習に必要なスキルを整理する。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バイナリ脆弱性を突いてFlagを取得。BOF・ROPチェーン・Heap exploitが中心。GDB・pwntools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SQLi・XSS・SSRF・認証バイパスなどWebアプリの脆弱性。BurpSuite・curl・Pythonスクリプト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Crypto・Forensics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暗号の実装ミスを数学的に解析。フォレンジクスはファイル・パケット・メモリから情報を復元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