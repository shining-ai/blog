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典型的な Pwn 問題の学び方（教育目的）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Pwnカテゴリの学習ロードマップ。スタックBOF→ROP→Heap exploitの順で段階的に学ぶことが推奨される。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学習ステップ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アセンブリ・Cの基礎→スタックBOF→ret2win→シェルコード→ROP→format string→heap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pwntoolsの活用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p64・u64・cyclic・process・send/recvでのエクスプロイト自動化。CTFの標準ツール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教育リソース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pwn.college・ROP Emporium・Protostar・picoCTF など無料の教育向けCTFプラットフォーム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