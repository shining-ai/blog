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メモリフォレンジクス（Volatility）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RAMダンプからプロセス・ネットワーク接続・暗号鍵・マルウェアを分析するフォレンジクス手法。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メモリダンプ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winpmem・LiMEでRAMをダンプ。Hibernation ファイル(hiberfil.sys)も利用可能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Volatility 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pslist(プロセス)・netscan(接続)・malfind(コード注入検出)・dumpfiles(ファイル抽出)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アーティファクト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平文パスワード・暗号鍵・ブラウザ履歴・クリップボード・ネットワーク接続がメモリに残る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