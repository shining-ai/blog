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静的解析と動的解析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マルウェアを解析する2つのアプローチ。静的解析は実行せずにコードを調べ、動的解析は実際に実行して観察する。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静的解析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ハッシュ・文字列・インポート・ファイル構造を確認。Ghidra・IDA で逆コンパイル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動的解析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サンドボックスで実行してAPI呼び出し・ネットワーク通信・ファイル変更を観察。procmon・Wireshark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脅威インテリジェンス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VirusTotal・MITRE ATT&amp;CK・IOCで既知のマルウェアと照合。TTPs を特定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