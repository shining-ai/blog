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デジタルフォレンジクスの基礎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インシデント後のデジタル証拠を収集・保全・分析する科学的手法。証拠能力を保つための手順が重要。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証拠保全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改ざんを防ぐためにディスクイメージをブロックデバイスレベルでビット単位にコピー。ハッシュで完全性確認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揮発性データ優先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メモリダンプ→ネットワーク接続→プロセスリストの順に揮発性の高いデータを先に収集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タイムライン分析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ファイルの作成・変更・アクセス時刻から攻撃の時系列を再構成。log2timeline/Plaso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