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マルウェアの種類（ウイルス・ワーム・ランサムウェア）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悪意あるソフトウェアの分類。感染・拡散・目的の違いによって対策が異なる。ランサムウェアが現在最大の脅威。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ウイルス・ワーム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ウイルスは既存ファイルに寄生・ワームは自律的に拡散。EternalBlueで拡散したWannaCry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トロイの木馬・RAT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正規ソフトに偽装して感染。RAT(Remote Access Trojan)でCnCサーバから遠隔操作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ランサムウェア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ファイルを暗号化して身代金要求。RaaS(Ransomware as a Service)で低技術者も攻撃可能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