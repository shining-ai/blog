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ペネトレーションテストの流れ</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セキュリティ専門家が承認を得た上でシステムへの侵入を試みてセキュリティ上の問題を発見する手法。</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PTES フロー</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事前準備→情報収集→脅威モデリング→脆弱性調査→エクスプロイト→ポストエクスプロイト→報告書</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情報収集</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Recon-ng・Shodan・OSINT・ポートスキャン・バナーグラブで攻撃対象の情報を収集</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報告書</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発見した脆弱性・再現手順・リスク評価・改善策を文書化。開発チームが修正できる具体的な内容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