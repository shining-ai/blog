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セキュア SDLC の考え方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開発ライフサイクル全フェーズにセキュリティを組み込む。要件定義から運用まで一貫してセキュリティを考慮する。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Shift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開発の早い段階でセキュリティ欠陥を発見。コード修正コストは後期になるほど指数関数的に増加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各フェーズの活動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要件: 脅威モデリング。設計: セキュアな設計パターン。実装: SAST。テスト: DAST・ペネトレーション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DevSecOps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CI/CDパイプラインにセキュリティスキャンを自動化。開発速度を落とさずにセキュリティを維持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