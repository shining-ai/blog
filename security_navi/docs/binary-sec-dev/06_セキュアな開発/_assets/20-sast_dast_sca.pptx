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SAST・DAST・SCA ツール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自動化されたセキュリティテストの3種類。SAST(静的)・DAST(動的)・SCA(依存関係)でさまざまな脆弱性を検出する。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SAST (静的解析)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ソースコードをスキャン。SQLi・XSS・認証欠陥などをコードパターンで検出。CodeQL・Semgrep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DAST (動的解析)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動作中のアプリケーションを実際に攻撃してテスト。OWASP ZAP・Burp Suite・Nikto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SCA (ソフトウェア構成分析)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依存ライブラリの既知脆弱性をスキャン。Snyk・OWASP Dependency-Check・Dependabot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