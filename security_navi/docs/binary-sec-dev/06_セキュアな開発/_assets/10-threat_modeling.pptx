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脅威モデリング（STRIDE）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設計段階で潜在的な脅威を体系的に特定・評価するプロセス。STRIDEフレームワークで6種類の脅威を分析する。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STRIDE フレームワーク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S:なりすまし・T:改ざん・R:否認・I:情報漏洩・D:サービス妨害・E:権限昇格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DFD(データフロー図)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システムコンポーネントと信頼境界を図示。各データフローに対してSTRIDEを適用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DREAD・CVSS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リスクの深刻度を評価。対策の優先順位付けに活用。チケットに紐付けて追跡管理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