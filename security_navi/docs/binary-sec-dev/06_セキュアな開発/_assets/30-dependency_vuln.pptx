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依存関係の脆弱性管理（SCA）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OSS ライブラリの脆弱性はサプライチェーン攻撃の入口になる。SBOMとSCAツールで依存関係を継続的に監視する。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SBOM (ソフトウェア部品表)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利用している全コンポーネントと依存関係を記録。SCA ツールの基盤となる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CVE・NVD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既知脆弱性のデータベース。CVSSスコアで深刻度を評価。NVDで詳細な影響・対策を確認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自動更新・Dependabot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依存パッケージを自動的に最新版にアップデートするPRを作成。CIでテストを自動実行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