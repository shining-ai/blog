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コンテナの仕組み（名前空間・cgroups）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Linuxカーネルの名前空間とcgroupsでプロセスを隔離する軽量仮想化技術。Dockerが普及させた。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Linux 名前空間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PID・Network・Mount・UTS・IPC・User の6種類。プロセスから見えるリソースを隔離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cgroups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CPU・メモリ・I/Oのリソースを制限・計測。コンテナのリソース割り当てを制御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ユニオンファイルシステム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OverlayFS でイメージをレイヤー積み重ね。差分のみ保持して効率的なイメージ管理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