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Kubernetes アーキテクチャ概要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コンテナオーケストレーションシステム。コントロールプレーンとワーカーノードで構成され宣言的にコンテナを管理する。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コントロールプレーン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API Server・etcd・Scheduler・Controller Managerで構成。クラスタの状態を管理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ワーカーノード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kubelet・kube-proxy・Container Runtimeで構成。実際のコンテナを実行するノード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宣言的管理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desired stateをYAMLで記述。Controllerが実際の状態を宣言状態に常に一致させる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