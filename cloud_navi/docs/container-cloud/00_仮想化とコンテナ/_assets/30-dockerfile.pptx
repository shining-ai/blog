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Dockerfile のベストプラクティス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Dockerイメージをコードで定義する設定ファイル。レイヤーキャッシュを活用して効率的・セキュアなイメージを構築する。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マルチステージビルド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ビルド用とランタイム用イメージを分離。コンパイル成果物のみ本番イメージに含めて軽量化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レイヤーキャッシュ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変更頻度の低い命令を上に配置。package.json COPYを先に実行してnpm installをキャッシュ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セキュリティ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rootユーザで実行しない・不要パッケージを含めない・.dockerignoreを設定・秘密情報をレイヤーに含めない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