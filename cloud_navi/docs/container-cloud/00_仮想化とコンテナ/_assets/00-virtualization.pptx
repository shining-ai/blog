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仮想化の仕組み（ハイパーバイザー・KVM）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物理サーバ上で複数の仮想マシン(VM)を動作させる技術。ハイパーバイザーがハードウェアリソースを仮想化して分離する。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Type-1 ハイパーバイザー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ベアメタル上で直接動作。VMware ESXi・Hyper-V・KVM。高性能・本番環境向き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Type-2 ハイパーバイザー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ホストOSの上で動作。VirtualBox・VMware Workstation。開発・テスト環境向き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Linuxカーネルに統合された仮想化モジュール。QEMU と組み合わせて使用。クラウドの基盤技術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仮想化 vs コンテナ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VMはOSレベルで隔離し強固なセキュリティ。コンテナはカーネル共有で軽量・高速起動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