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Helm によるパッケージ管理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Kubernetesアプリケーションをパッケージ化・デプロイ・管理するパッケージマネージャ。Chartでテンプレート化する。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Kubernetesマニフェストテンプレートの集合。values.yamlでパラメータを定義して環境別に変更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helm install/upgrade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helm install my-app ./chart --set image.tag=v1.2.0。アプリを1コマンドでデプロイ・更新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Helmリポジトリ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公式/コミュニティのChartリポジトリ。Bitnami・Artifact Hubから既製Chartを活用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