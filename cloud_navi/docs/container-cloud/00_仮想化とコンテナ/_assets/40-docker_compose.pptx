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Docker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複数コンテナのアプリケーションをYAMLファイルで定義・管理するツール。開発環境の構築を標準化する。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サービス定義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docker-compose.yml でimage・ports・volumes・environment・depends_onを定義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ネットワーク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デフォルトでブリッジネットワーク作成。サービス名でDNS解決可能。外部ネットワークも指定可能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ボリューム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データ永続化のためのボリュームマウント。named volume・bind mount・tmpfsの3種類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