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Kubernetes のスケーリングと自己修復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KubernetesはPodの自動スケールと障害からの自己修復を提供する。HPAがCPU/メトリクスに応じてスケールアウト。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HPA (水平Podオートスケーラ)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CPU使用率・カスタムメトリクスに基づき自動的にPodレプリカ数を増減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VPA (垂直Podオートスケーラ)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Pod のCPU・メモリリクエスト/リミットを自動調整。Cluster Autoscalerと組み合わせ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自己修復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LivenessProbe失敗でコンテナ再起動。ReadinessProbe失敗でトラフィック除外。ノード障害でPodを別ノードに再スケジュール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