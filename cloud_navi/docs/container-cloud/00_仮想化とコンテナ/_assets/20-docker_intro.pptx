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Docker 入門（イメージ・コンテナ・レジストリ）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Dockerはコンテナ型仮想化ツールで、アプリケーションをイメージとしてパッケージング・配布・実行する仕組みを提供する。イメージはレイヤ構造を持ち、Docker Hubなどのレジストリで共有・配布される。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Dockerイメージ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レイヤ構造（Union FS）
Dockerfileからビルド
ベースイメージ継承
イミュータブルな成果物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コンテナ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イメージのランタイム
名前空間・cgroupsで隔離
ライフサイクル管理
ポート・ボリューム設定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017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レジストリ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Docker Hub（公式）
GCR/ECR（クラウド）
プライベートレジストリ
push/pull操作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Dockerコマンド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build/run/exec/logs
ps/stop/rm/images
volume/network管理
inspect/stats確認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