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Pod・Deployment・Service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Kubernetesの基本リソース。Podはコンテナのグループ、DeploymentはPodを管理、ServiceはPodへのアクセスを抽象化。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Pod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1つ以上のコンテナのグループ。共有ネットワーク・ストレージを持つ最小デプロイ単位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Deployment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Podのレプリカ数・更新戦略を管理。RollingUpdateで無停止デプロイ・ReplicaSetを管理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Service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Pod へのL4ロードバランシング。ClusterIP・NodePort・LoadBalancer・ExternalName の4種類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