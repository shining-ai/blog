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オブジェクトストレージ（S3 の仕組み）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データをフラットな名前空間にオブジェクトとして格納するストレージ。高い耐久性・スケーラビリティ・コスト効率を提供。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オブジェクト構造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キー(パス)・バリュー(データ)・メタデータの3要素。階層なしのフラット構造でURLでアクセス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イレイジャーコーディング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複数ノードにデータを分散して高耐久性を実現。S3はイレブンナイン(99.999999999%)の耐久性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ストレージクラス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Standard・IA・Glacier と低コストの階層化。ライフサイクルポリシーで自動的に移行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