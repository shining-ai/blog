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Infrastructure as Code（Terraform 入門）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インフラをコードで定義・管理するプラクティス。Terraform は宣言的なHCLでマルチクラウドリソースを管理する。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HCL(HashiCorp Config Language)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resource・data・output・variableブロックでインフラを宣言的に定義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Terraform ワークフロー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terraform init→plan(差分確認)→apply(適用)→destroy。状態をstateファイルで管理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モジュール化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再利用可能なインフラコンポーネントをモジュールとして定義。Terraform Registryで共有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