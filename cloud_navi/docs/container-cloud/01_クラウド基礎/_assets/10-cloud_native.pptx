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クラウドネイティブの考え方（12 Factor App）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クラウド上で最大限のスケーラビリティ・回復性・管理性を発揮するための設計原則。12 Factor App が指針を提供。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12 Factor の核心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コードベースは1つ・依存関係を明示・設定を環境変数で管理・バックエンドサービスをアタッチ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ステートレス設計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プロセスはステートレスで共有なし。状態はDBやキャッシュに外部化。水平スケールが容易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使い捨て可能性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高速起動・グレースフルシャットダウン。素早いデプロイ・スケール・障害対応を実現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