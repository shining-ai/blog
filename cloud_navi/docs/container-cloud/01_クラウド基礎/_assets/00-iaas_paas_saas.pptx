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IaaS・PaaS・SaaS の違い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クラウドのサービスモデル。管理責任の範囲によって分類。オンプレ→IaaS→PaaS→SaaSの順に管理負担が減る。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IaaS (インフラ)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VM・ストレージ・ネットワークを提供。OSより上はユーザが管理。AWS EC2・Azure VM・GCE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PaaS (プラットフォーム)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ランタイム・ミドルウェアも提供。アプリとデータのみ管理。AWS Elastic Beanstalk・Heroku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SaaS (ソフトウェア)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アプリも含め全て提供。設定・データのみ管理。Gmail・Salesforce・Microsoft 365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