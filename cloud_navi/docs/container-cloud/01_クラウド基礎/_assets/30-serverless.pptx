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サーバレス（AWS Lambda・Cloud Functions）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サーバ管理なしにコードを実行できるコンピューティングモデル。イベント駆動で使った分だけ課金される。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Function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イベント(HTTP・S3・SQS)をトリガにコードを実行。スケールはプラットフォームが自動管理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コールドスタート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未使用のFunctionは初回起動に遅延(コールドスタート)。Provisioned Concurrencyで軽減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コスト最適化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リクエスト数・実行時間のみ課金。常時稼働サーバより低トラフィック時に大幅コスト削減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