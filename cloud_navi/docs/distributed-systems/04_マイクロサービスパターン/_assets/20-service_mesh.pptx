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サービスメッシュ（Istio・Envoy）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マイクロサービス間の通信を管理するインフラストラクチャ層。サイドカープロキシでアプリコードを変更せずに機能を追加。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サイドカープロキシ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各ポッドにEnvoy プロキシをサイドカーとして注入。全通信がプロキシ経由で流れる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提供機能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相互TLS・トラフィック管理・サーキットブレーカー・リトライ・分散トレーシングを自動適用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データプレーン/コントロールプレーン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Envoyがデータプレーン(通信)。Istio istiodがコントロールプレーン(設定管理)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