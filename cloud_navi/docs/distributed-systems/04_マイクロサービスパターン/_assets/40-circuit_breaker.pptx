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サーキットブレーカーパターン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連鎖障害を防ぐためのパターン。電気のサーキットブレーカーのように、失敗が続くと回路を開いてリクエストを遮断する。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3つの状態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Closed(正常): リクエスト通過。Open(遮断): 即座にエラー返却。Half-Open: 一部リクエストで復旧確認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しきい値設定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エラー率・遅延時間のしきい値でOpen/Closeを制御。Hystrix・Resilience4jで実装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フォールバック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Open状態でキャッシュ値・デフォルト値を返す。部分的な機能低下でサービスを継続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