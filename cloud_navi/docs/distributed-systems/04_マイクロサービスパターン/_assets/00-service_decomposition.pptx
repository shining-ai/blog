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サービス分割の考え方（境界付きコンテキスト）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マイクロサービスをどのように分割するかはビジネスドメインに基づく。DDDの境界付きコンテキストが指針を提供する。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境界付きコンテキスト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ドメインモデルが一貫して適用される境界。同じ言葉でも意味が変わる境界がサービス境界候補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サービス分割の原則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ビジネス機能・データ独立性・チームの自律性・変更頻度を基準に分割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マイクロサービスの課題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分散トランザクション・サービス間通信・デバッグ困難・ネットワーク遅延・運用複雑化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