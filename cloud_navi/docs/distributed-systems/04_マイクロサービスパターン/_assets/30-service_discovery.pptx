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サービスディスカバリ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マイクロサービスが動的に変化するサービスのエンドポイントを発見する仕組み。Consul・EurekaやKubernetesのDNSで実装。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クライアントサイド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クライアントがレジストリにクエリして直接アクセス。Eureka+Ribbon。クライアントに選択ロジック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サーバサイド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LBがレジストリを参照してリクエストを転送。クライアントはLBのみ知っていればよい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Kubernetes DNS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ServiceオブジェクトにDNS名を自動付与。my-svc.my-namespace.svc.cluster.localで解決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