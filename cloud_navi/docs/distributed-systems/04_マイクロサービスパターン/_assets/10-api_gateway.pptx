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API ゲートウェイ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クライアントとマイクロサービス群の間の単一エントリポイント。認証・ルーティング・集約・変換を一元管理する。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クロスカット懸念事項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認証/認可・レートリミット・ロギング・トレーシング・SSL終端を集約して横断的に提供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BFF パターン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Backend for Frontend。モバイル・Web・Third-party向けに最適化した異なるAPIファサードを提供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Kong・Envoy・AWS API GW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APIゲートウェイの実装例。プラグインで機能を拡張。サービスメッシュと組み合わせることも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