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分散スナップショット（Chandy-Lamport）</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実行中の分散システムの一貫したスナップショットを取るアルゴリズム。デッドロック検出・障害回復に使用。</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マーカーメッセージ</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各プロセスはローカル状態を記録後にマーカーを全チャンネルに送信。受信時にチャンネル状態を記録</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一貫したカット</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全プロセスの局所スナップショットが矛盾なく組み合わさった状態。因果関係が保たれる</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適用例</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障害後の再起動・デッドロック検出・グローバルな集計・分散ガベージコレクション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