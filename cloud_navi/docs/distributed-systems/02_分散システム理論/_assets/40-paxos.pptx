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Paxos 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分散システムで合意(コンセンサス)を達成するアルゴリズム。障害ノードがあっても多数決で値を決定する。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3つのロール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Proposer(値を提案)・Acceptor(提案を受け入れ)・Learner(決定値を学習)に役割分担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2フェーズ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Phase1: Prepare+Promise で最大値を確認。Phase2: Accept+Accepted で値をコミット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Multi-Paxos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ログの各エントリに対してPaxosを繰り返す。初回後はPrephaseを省略してパフォーマンス向上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