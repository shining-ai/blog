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整合性モデル（結果整合性・線形化可能性）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分散システムでのデータ一貫性の強さを定義するモデル。強いほど安全だが性能コストが高い。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線形化可能性(Linearizability)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最も強い整合性。全操作が単一の直列化された履歴と等価。外部一貫性とも呼ぶ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逐次一貫性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操作の効果が全プロセスで同じ順序で観測される。時間的な外部一貫性は不要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結果整合性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更新が最終的に全レプリカに伝播。一時的な不一貫を許容。高可用性・低遅延を実現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