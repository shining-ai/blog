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CAP 定理の詳解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分散システムはネットワーク分断時に一貫性(C)と可用性(A)のどちらかしか保証できないというEric Brewerの定理。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CP システム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分断時に一貫性を優先して可用性を犠牲。ZooKeeper・HBase・Etcd。金融システムに適合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AP システム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分断時に可用性を優先して一貫性を犠牲。Cassandra・DynamoDB・CouchDB。高可用性優先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PACELC 拡張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分断なし時のLatency-Consistency トレードオフを追加。実際の設計はPACELCが有用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