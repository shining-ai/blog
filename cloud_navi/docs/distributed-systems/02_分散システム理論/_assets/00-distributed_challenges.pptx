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分散システムの困難さ（部分故障・ネットワーク）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分散システム特有の課題。ネットワーク分断・部分故障・遅延・非同期性が予測不能な動作を引き起こす。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部分故障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一部ノードのみが故障しシステムが不確定な状態になる。monolithicとの最大の違い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ネットワーク分断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メッセージが遅延・消失・重複・並べ替えされる。タイムアウトで到達可否を判断できない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フォールアシャルナイン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99%(87h/年ダウン)→99.9%(8.7h)→99.99%(52m)→99.999%(5m)。SLAの基準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