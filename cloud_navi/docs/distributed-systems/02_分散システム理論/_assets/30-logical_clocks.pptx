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論理時計（Lamport クロック・ベクタクロック）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物理時計なしでイベントの因果関係を追跡する論理時計。分散システムでの出来事の順序を表現する。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Lamport クロック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送信時にカウンタ増加、受信時に max(local, received)+1。偏順序を表現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ベクタクロック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各プロセスのカウンタベクトル。VC1 &lt; VC2 ならイベント1はイベント2の前。並行性も検出可能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適用例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分散DBの競合検出・イベントソーシングの順序保証・デバッグ・因果ブロードキャスト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