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Raft によるコンセンサス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Paxosより理解しやすいコンセンサスアルゴリズム。リーダー選出・ログ複製・安全性を明確に分離した設計。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リーダー選出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任期(term)ベースで選出。タイムアウトしたFollowerがCandidateに昇格して選挙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ログ複製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リーダーがログエントリをFollowerに複製。過半数の確認応答でコミット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使用例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etcd・CockroachDB・TiKV・Consul。Kubernetesの状態管理はetcdのRaftで保証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