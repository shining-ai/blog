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Kafka のパーティション・オフセット・コンシューマグループ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Kafkaの核心概念。オフセット管理でメッセージの処理位置を追跡し、コンシューマグループで並列処理を実現する。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オフセット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パーティション内のメッセージの連番。コンシューマがどこまで読んだかを追跡するポインタ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コンシューマグループ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グループ内でパーティションを1対1で割り当て。メンバー変更時にリバランス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Exactly-once セマンティクス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トランザクションAPIとべき等プロデューサで実現。最も強い配信保証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