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Apache Kafka のアーキテクチャ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高スループットの分散ストリーミングプラットフォーム。パーティション分割とレプリケーションで耐久性・スケーラビリティを実現。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トピック・パーティション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トピックはパーティションに分割。各パーティションに分散書き込み・レプリカで冗長化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ブローカー・ZooKeeper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ブローカークラスタがメッセージを管理。Kraft モード(KIP-500)でZookeeper依存を削除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プロデューサ・コンシューマ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プロデューサはパーティションに書き込み。コンシューマグループでパーティションを分担して並列処理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