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RabbitMQ と Kafka の使い分け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代表的なメッセージングシステムの比較。RabbitMQは高機能なメッセージルーティング、KafkaはログストリームとスループットのQ.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RabbitMQ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AMQP。Exchange+Bindingで柔軟なルーティング。優先度・TTL・DLQ。タスクキューとして最適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Apache Kafka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ログストレージモデル。オフセット管理で再読み取り可能。大規模ストリーム処理・イベントソーシング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選択基準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複雑なルーティング・RPC→RabbitMQ。大規模スループット・リプレイ・Stream処理→Kafka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