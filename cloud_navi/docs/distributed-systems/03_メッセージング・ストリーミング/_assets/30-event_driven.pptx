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イベント駆動アーキテクチャ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システムの状態変化をイベントとして発行し、関心のあるコンポーネントが非同期に反応するアーキテクチャスタイル。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イベントの特性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過去に起きたことを表す不変な事実。OrderPlaced・PaymentCompleted など。型と時刻を持つ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Pub/Sub パターン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プロデューサはトピックに発行し、サブスクライバは独立して消費。1対多の扇状配信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コレオグラフィ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オーケストレーターなしにサービスがイベントに反応して自律的に協調。疎結合の極致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