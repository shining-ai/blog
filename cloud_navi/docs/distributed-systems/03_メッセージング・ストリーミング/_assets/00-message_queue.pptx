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メッセージキューの概念（非同期・デカップリング）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プロデューサとコンシューマを非同期に連結するメッセージング基盤。時間的な疎結合でシステムの信頼性を向上させる。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非同期処理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プロデューサはキューに投入後すぐに次の処理へ。コンシューマは独立したペースで処理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デカップリング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プロデューサとコンシューマが直接知り合わない。どちらかが停止してもメッセージは保持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配信保証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At-most-once・At-least-once・Exactly-onceの3レベル。ビジネス要件に応じて選択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