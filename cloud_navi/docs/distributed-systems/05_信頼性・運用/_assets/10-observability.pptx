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オブザーバビリティの3柱（メトリクス・ログ・トレース）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システムの内部状態を外部から観察する能力。メトリクス・ログ・分散トレースの3柱で「何が起きているか」を理解する。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メトリクス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数値の時系列データ。CPU・メモリ・リクエスト数・エラー率。Prometheus で収集・Grafanaで可視化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ログ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イベントの時系列記録。構造化ログ(JSON)で検索・集計を容易化。ELKスタックで集約・分析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分散トレース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リクエストのサービス間移動を追跡。Span・TraceID でボトルネック・エラーの根本原因を特定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