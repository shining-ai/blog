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SLI・SLO・SLA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サービスの信頼性を定量的に管理するSRE の基本概念。測定指標・目標値・合意の3層で信頼性を定義する。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SLI (Service Level Indicator)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信頼性を表す測定値。可用性・レイテンシ・エラー率・スループットなどの指標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SLO (Service Level Objective)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SLIの目標値。可用性99.9%・p99レイテンシ100ms以下。エラーバジェットで管理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SLA (Service Level Agreement)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顧客との契約上のSLO。違反時のペナルティ・返金条項を含む。SLOより緩く設定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