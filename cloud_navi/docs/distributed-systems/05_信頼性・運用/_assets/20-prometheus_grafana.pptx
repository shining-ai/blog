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Prometheus と Grafana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クラウドネイティブ時代の標準的な監視スタック。Prometheusがメトリクス収集、GrafanaがダッシュボードでSLOを可視化。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Prometheusアーキテクチャ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Pull型でエンドポイントをスクレイプ。時系列DBに保存。PromQL で集計・アラートルール定義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Grafana ダッシュボード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PromQL でパネルを作成。業界標準のダッシュボードをインポート。アラートをSlackに連携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Alert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アラートのルーティング・グルーピング・サイレンス管理。On-Call ローテーションとの統合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