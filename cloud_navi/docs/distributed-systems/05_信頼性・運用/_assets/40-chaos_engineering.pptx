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カオスエンジニアリング</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本番環境で意図的に障害を注入して弱点を発見するエンジニアリング手法。Netflixの Chaos Monkey が起源。</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仮説駆動実験</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定常状態を定義→仮説作成→コントロールグループとの比較→観察・改善のサイクル</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障害注入の種類</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ネットワーク遅延・パケットロス・サービス停止・CPU/メモリ枯渇・時刻ずれを注入</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Chaos Mesh・Gremlin</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Kubernetes対応の障害注入ツール。本番前にGameDayを実施して弱点を体系的に発見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