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BIT（Binary Indexed Tree）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Fenwick Tree — 前置和を O(log n) で更新・取得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各インデックス i が「最下位ビット (i &amp; -i) 個分の合計」を管理する木構造。実装が簡潔で高速。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インデックスと管理区間（1-based）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234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999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1 &amp; -1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3888000"/>
            <a:ext cx="234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8000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8000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2 &amp; -2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[1,2]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0" y="3888000"/>
            <a:ext cx="234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8000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8000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3 &amp; -3 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8000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000" y="3888000"/>
            <a:ext cx="234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8000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8000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4 &amp; -4 =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00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[1,4]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0" y="3888000"/>
            <a:ext cx="234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08000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08000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5 &amp; -5 =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08000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[5]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20000" y="3888000"/>
            <a:ext cx="234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427999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2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427999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6 &amp; -6 =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27999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[5,6]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840000" y="3888000"/>
            <a:ext cx="234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47999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4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947999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7 &amp; -7 =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47999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[7]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60000" y="3888000"/>
            <a:ext cx="234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468000" y="3960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360000" y="4608000"/>
            <a:ext cx="2340000" cy="136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468000" y="468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8 &amp; -8 =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68000" y="5328000"/>
            <a:ext cx="2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[1,8]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00" y="648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操作のポイント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000" y="7128000"/>
            <a:ext cx="6480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000" y="7163999"/>
            <a:ext cx="61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更新
update(i, Δ)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8208000"/>
            <a:ext cx="648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000" y="8280000"/>
            <a:ext cx="61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i += i &amp; (-i)
（最下位ビットを加算して親へ）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60000" y="7128000"/>
            <a:ext cx="64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40000" y="7163999"/>
            <a:ext cx="61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前置和
query(i)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60000" y="8208000"/>
            <a:ext cx="648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40000" y="8280000"/>
            <a:ext cx="61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i -= i &amp; (-i)
（最下位ビットを除去して累積）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400000" y="7128000"/>
            <a:ext cx="6480000" cy="10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580000" y="7163999"/>
            <a:ext cx="61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区間和
range(l,r)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400000" y="8208000"/>
            <a:ext cx="648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580000" y="8280000"/>
            <a:ext cx="612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query(r) - query(l-1)
（前置和の差で区間和）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0000" y="1008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計算量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0" y="10728000"/>
            <a:ext cx="4320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999" y="1080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操作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20000" y="10728000"/>
            <a:ext cx="4320000" cy="684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28000" y="1080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計算量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000" y="11448000"/>
            <a:ext cx="4320000" cy="6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999" y="1152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構築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20000" y="11448000"/>
            <a:ext cx="4320000" cy="6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28000" y="1152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O(n log 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0000" y="12167999"/>
            <a:ext cx="4320000" cy="6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999" y="1224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1点更新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0000" y="12167999"/>
            <a:ext cx="4320000" cy="684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28000" y="1224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O(log 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0000" y="12887999"/>
            <a:ext cx="4320000" cy="6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999" y="1296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前置和クエリ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20000" y="12887999"/>
            <a:ext cx="4320000" cy="68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28000" y="1296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O(log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