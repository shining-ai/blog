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4" r:id="rId4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E4FC"/>
    <a:srgbClr val="013C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24" y="-1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29"/>
          <p:cNvSpPr/>
          <p:nvPr/>
        </p:nvSpPr>
        <p:spPr>
          <a:xfrm>
            <a:off x="781016" y="5922934"/>
            <a:ext cx="19727931" cy="1159567"/>
          </a:xfrm>
          <a:prstGeom prst="rect">
            <a:avLst/>
          </a:prstGeom>
          <a:solidFill>
            <a:srgbClr val="F3FAFE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3400" b="1" dirty="0">
              <a:solidFill>
                <a:srgbClr val="666666"/>
              </a:solidFill>
            </a:endParaRPr>
          </a:p>
        </p:txBody>
      </p:sp>
      <p:sp>
        <p:nvSpPr>
          <p:cNvPr id="70" name="Rectangle 29"/>
          <p:cNvSpPr/>
          <p:nvPr/>
        </p:nvSpPr>
        <p:spPr>
          <a:xfrm>
            <a:off x="781017" y="7922817"/>
            <a:ext cx="19727931" cy="1159567"/>
          </a:xfrm>
          <a:prstGeom prst="rect">
            <a:avLst/>
          </a:prstGeom>
          <a:solidFill>
            <a:srgbClr val="F3FAFE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3400" b="1" dirty="0">
              <a:solidFill>
                <a:srgbClr val="666666"/>
              </a:solidFill>
            </a:endParaRPr>
          </a:p>
        </p:txBody>
      </p:sp>
      <p:sp>
        <p:nvSpPr>
          <p:cNvPr id="72" name="Rectangle 29"/>
          <p:cNvSpPr/>
          <p:nvPr/>
        </p:nvSpPr>
        <p:spPr>
          <a:xfrm>
            <a:off x="781015" y="3923051"/>
            <a:ext cx="19727931" cy="1159567"/>
          </a:xfrm>
          <a:prstGeom prst="rect">
            <a:avLst/>
          </a:prstGeom>
          <a:solidFill>
            <a:srgbClr val="F3FAFE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3400" b="1" dirty="0">
              <a:solidFill>
                <a:srgbClr val="666666"/>
              </a:solidFill>
            </a:endParaRPr>
          </a:p>
        </p:txBody>
      </p:sp>
      <p:sp>
        <p:nvSpPr>
          <p:cNvPr id="73" name="Rectangle 29"/>
          <p:cNvSpPr/>
          <p:nvPr/>
        </p:nvSpPr>
        <p:spPr>
          <a:xfrm>
            <a:off x="781014" y="1923168"/>
            <a:ext cx="19727931" cy="1159567"/>
          </a:xfrm>
          <a:prstGeom prst="rect">
            <a:avLst/>
          </a:prstGeom>
          <a:solidFill>
            <a:srgbClr val="F3FAFE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3400" b="1" dirty="0">
              <a:solidFill>
                <a:srgbClr val="666666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87158" y="8225601"/>
            <a:ext cx="162568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dirty="0">
                <a:solidFill>
                  <a:srgbClr val="013CA6"/>
                </a:solidFill>
              </a:rPr>
              <a:t>Level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158" y="6225718"/>
            <a:ext cx="162568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13CA6"/>
                </a:solidFill>
              </a:rPr>
              <a:t>Level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158" y="4225835"/>
            <a:ext cx="162568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13CA6"/>
                </a:solidFill>
              </a:rPr>
              <a:t>Level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158" y="2225952"/>
            <a:ext cx="162568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dirty="0">
                <a:solidFill>
                  <a:srgbClr val="013CA6"/>
                </a:solidFill>
              </a:rPr>
              <a:t>Level 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6500" y="8106600"/>
            <a:ext cx="1368000" cy="792000"/>
          </a:xfrm>
          <a:prstGeom prst="rect">
            <a:avLst/>
          </a:prstGeom>
          <a:solidFill>
            <a:srgbClr val="013CA6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4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58500" y="8106600"/>
            <a:ext cx="1368000" cy="792000"/>
          </a:xfrm>
          <a:prstGeom prst="rect">
            <a:avLst/>
          </a:prstGeom>
          <a:solidFill>
            <a:srgbClr val="013CA6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4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50500" y="8106600"/>
            <a:ext cx="1368000" cy="792000"/>
          </a:xfrm>
          <a:prstGeom prst="rect">
            <a:avLst/>
          </a:prstGeom>
          <a:solidFill>
            <a:srgbClr val="013CA6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42500" y="8106600"/>
            <a:ext cx="1368000" cy="792000"/>
          </a:xfrm>
          <a:prstGeom prst="rect">
            <a:avLst/>
          </a:prstGeom>
          <a:solidFill>
            <a:srgbClr val="013CA6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4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234500" y="8106600"/>
            <a:ext cx="1368000" cy="792000"/>
          </a:xfrm>
          <a:prstGeom prst="rect">
            <a:avLst/>
          </a:prstGeom>
          <a:solidFill>
            <a:srgbClr val="013CA6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4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926500" y="8106600"/>
            <a:ext cx="1368000" cy="792000"/>
          </a:xfrm>
          <a:prstGeom prst="rect">
            <a:avLst/>
          </a:prstGeom>
          <a:solidFill>
            <a:srgbClr val="013CA6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4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618500" y="8106600"/>
            <a:ext cx="1368000" cy="792000"/>
          </a:xfrm>
          <a:prstGeom prst="rect">
            <a:avLst/>
          </a:prstGeom>
          <a:solidFill>
            <a:srgbClr val="013CA6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400" b="1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310500" y="8106600"/>
            <a:ext cx="1368000" cy="792000"/>
          </a:xfrm>
          <a:prstGeom prst="rect">
            <a:avLst/>
          </a:prstGeom>
          <a:solidFill>
            <a:srgbClr val="013CA6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400" b="1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002500" y="8106600"/>
            <a:ext cx="1368000" cy="792000"/>
          </a:xfrm>
          <a:prstGeom prst="rect">
            <a:avLst/>
          </a:prstGeom>
          <a:solidFill>
            <a:srgbClr val="013CA6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400" b="1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50500" y="6106717"/>
            <a:ext cx="1368000" cy="792000"/>
          </a:xfrm>
          <a:prstGeom prst="rect">
            <a:avLst/>
          </a:prstGeom>
          <a:solidFill>
            <a:srgbClr val="013CA6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4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42500" y="6106717"/>
            <a:ext cx="1368000" cy="792000"/>
          </a:xfrm>
          <a:prstGeom prst="rect">
            <a:avLst/>
          </a:prstGeom>
          <a:solidFill>
            <a:srgbClr val="013CA6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4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618500" y="6106717"/>
            <a:ext cx="1368000" cy="792000"/>
          </a:xfrm>
          <a:prstGeom prst="rect">
            <a:avLst/>
          </a:prstGeom>
          <a:solidFill>
            <a:srgbClr val="013CA6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400" b="1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002500" y="6106717"/>
            <a:ext cx="1368000" cy="792000"/>
          </a:xfrm>
          <a:prstGeom prst="rect">
            <a:avLst/>
          </a:prstGeom>
          <a:solidFill>
            <a:srgbClr val="013CA6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400" b="1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42500" y="4106834"/>
            <a:ext cx="1368000" cy="792000"/>
          </a:xfrm>
          <a:prstGeom prst="rect">
            <a:avLst/>
          </a:prstGeom>
          <a:solidFill>
            <a:srgbClr val="013CA6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4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002500" y="4106834"/>
            <a:ext cx="1368000" cy="792000"/>
          </a:xfrm>
          <a:prstGeom prst="rect">
            <a:avLst/>
          </a:prstGeom>
          <a:solidFill>
            <a:srgbClr val="013CA6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400" b="1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002500" y="2106951"/>
            <a:ext cx="1368000" cy="792000"/>
          </a:xfrm>
          <a:prstGeom prst="rect">
            <a:avLst/>
          </a:prstGeom>
          <a:solidFill>
            <a:srgbClr val="013CA6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400" b="1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77438" y="9840900"/>
            <a:ext cx="143350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dirty="0">
                <a:solidFill>
                  <a:srgbClr val="666666"/>
                </a:solidFill>
              </a:rPr>
              <a:t>上位レベルは確率的（50%）に選ばれ、大きくスキップできる「高速レーン」になる</a:t>
            </a:r>
          </a:p>
        </p:txBody>
      </p:sp>
      <p:sp>
        <p:nvSpPr>
          <p:cNvPr id="74" name="Rectangle 29"/>
          <p:cNvSpPr/>
          <p:nvPr/>
        </p:nvSpPr>
        <p:spPr>
          <a:xfrm>
            <a:off x="2802800" y="8106600"/>
            <a:ext cx="1368000" cy="792000"/>
          </a:xfrm>
          <a:prstGeom prst="rect">
            <a:avLst/>
          </a:prstGeom>
          <a:solidFill>
            <a:srgbClr val="013CA6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3400" b="1" dirty="0">
                <a:solidFill>
                  <a:schemeClr val="bg1"/>
                </a:solidFill>
              </a:rPr>
              <a:t>HEAD</a:t>
            </a:r>
            <a:endParaRPr sz="3400" b="1" dirty="0">
              <a:solidFill>
                <a:schemeClr val="bg1"/>
              </a:solidFill>
            </a:endParaRPr>
          </a:p>
        </p:txBody>
      </p:sp>
      <p:sp>
        <p:nvSpPr>
          <p:cNvPr id="75" name="Rectangle 29"/>
          <p:cNvSpPr/>
          <p:nvPr/>
        </p:nvSpPr>
        <p:spPr>
          <a:xfrm>
            <a:off x="2802800" y="6106717"/>
            <a:ext cx="1368000" cy="792000"/>
          </a:xfrm>
          <a:prstGeom prst="rect">
            <a:avLst/>
          </a:prstGeom>
          <a:solidFill>
            <a:srgbClr val="013CA6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3400" b="1" dirty="0">
                <a:solidFill>
                  <a:schemeClr val="bg1"/>
                </a:solidFill>
              </a:rPr>
              <a:t>HEAD</a:t>
            </a:r>
            <a:endParaRPr sz="3400" b="1" dirty="0">
              <a:solidFill>
                <a:schemeClr val="bg1"/>
              </a:solidFill>
            </a:endParaRPr>
          </a:p>
        </p:txBody>
      </p:sp>
      <p:sp>
        <p:nvSpPr>
          <p:cNvPr id="76" name="Rectangle 29"/>
          <p:cNvSpPr/>
          <p:nvPr/>
        </p:nvSpPr>
        <p:spPr>
          <a:xfrm>
            <a:off x="2802800" y="4106834"/>
            <a:ext cx="1368000" cy="792000"/>
          </a:xfrm>
          <a:prstGeom prst="rect">
            <a:avLst/>
          </a:prstGeom>
          <a:solidFill>
            <a:srgbClr val="013CA6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3400" b="1" dirty="0">
                <a:solidFill>
                  <a:schemeClr val="bg1"/>
                </a:solidFill>
              </a:rPr>
              <a:t>HEAD</a:t>
            </a:r>
            <a:endParaRPr sz="3400" b="1" dirty="0">
              <a:solidFill>
                <a:schemeClr val="bg1"/>
              </a:solidFill>
            </a:endParaRPr>
          </a:p>
        </p:txBody>
      </p:sp>
      <p:sp>
        <p:nvSpPr>
          <p:cNvPr id="77" name="Rectangle 29"/>
          <p:cNvSpPr/>
          <p:nvPr/>
        </p:nvSpPr>
        <p:spPr>
          <a:xfrm>
            <a:off x="2802800" y="2106951"/>
            <a:ext cx="1368000" cy="792000"/>
          </a:xfrm>
          <a:prstGeom prst="rect">
            <a:avLst/>
          </a:prstGeom>
          <a:solidFill>
            <a:srgbClr val="013CA6"/>
          </a:solidFill>
          <a:ln w="317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3400" b="1" dirty="0">
                <a:solidFill>
                  <a:schemeClr val="bg1"/>
                </a:solidFill>
              </a:rPr>
              <a:t>HEAD</a:t>
            </a:r>
            <a:endParaRPr sz="3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/>
          <p:cNvGrpSpPr/>
          <p:nvPr/>
        </p:nvGrpSpPr>
        <p:grpSpPr>
          <a:xfrm>
            <a:off x="781017" y="9346425"/>
            <a:ext cx="19727931" cy="1159567"/>
            <a:chOff x="781017" y="7922817"/>
            <a:chExt cx="19727931" cy="1159567"/>
          </a:xfrm>
        </p:grpSpPr>
        <p:sp>
          <p:nvSpPr>
            <p:cNvPr id="70" name="Rectangle 29"/>
            <p:cNvSpPr/>
            <p:nvPr/>
          </p:nvSpPr>
          <p:spPr>
            <a:xfrm>
              <a:off x="781017" y="7922817"/>
              <a:ext cx="19727931" cy="1159567"/>
            </a:xfrm>
            <a:prstGeom prst="rect">
              <a:avLst/>
            </a:prstGeom>
            <a:solidFill>
              <a:srgbClr val="F3FAFE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3400" b="1" dirty="0">
                <a:solidFill>
                  <a:srgbClr val="666666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87158" y="8225601"/>
              <a:ext cx="162568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000" b="1" dirty="0">
                  <a:solidFill>
                    <a:srgbClr val="013CA6"/>
                  </a:solidFill>
                </a:rPr>
                <a:t>Level 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466500" y="81066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158500" y="81066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7850500" y="81066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542500" y="81066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234500" y="81066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2926500" y="8106600"/>
              <a:ext cx="1368000" cy="792000"/>
            </a:xfrm>
            <a:prstGeom prst="rect">
              <a:avLst/>
            </a:prstGeom>
            <a:solidFill>
              <a:schemeClr val="accent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4618500" y="81066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6310500" y="81066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8002500" y="81066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74" name="Rectangle 29"/>
            <p:cNvSpPr/>
            <p:nvPr/>
          </p:nvSpPr>
          <p:spPr>
            <a:xfrm>
              <a:off x="2802800" y="81066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400" b="1" dirty="0">
                  <a:solidFill>
                    <a:schemeClr val="bg1"/>
                  </a:solidFill>
                </a:rPr>
                <a:t>HEAD</a:t>
              </a:r>
              <a:endParaRPr sz="3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グループ化 3"/>
          <p:cNvGrpSpPr/>
          <p:nvPr/>
        </p:nvGrpSpPr>
        <p:grpSpPr>
          <a:xfrm>
            <a:off x="781016" y="6719927"/>
            <a:ext cx="19727931" cy="1159567"/>
            <a:chOff x="781016" y="5922934"/>
            <a:chExt cx="19727931" cy="1159567"/>
          </a:xfrm>
        </p:grpSpPr>
        <p:sp>
          <p:nvSpPr>
            <p:cNvPr id="71" name="Rectangle 29"/>
            <p:cNvSpPr/>
            <p:nvPr/>
          </p:nvSpPr>
          <p:spPr>
            <a:xfrm>
              <a:off x="781016" y="5922934"/>
              <a:ext cx="19727931" cy="1159567"/>
            </a:xfrm>
            <a:prstGeom prst="rect">
              <a:avLst/>
            </a:prstGeom>
            <a:solidFill>
              <a:srgbClr val="F3FAFE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3400" b="1" dirty="0">
                <a:solidFill>
                  <a:srgbClr val="666666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87158" y="6225718"/>
              <a:ext cx="162568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000" b="1">
                  <a:solidFill>
                    <a:srgbClr val="013CA6"/>
                  </a:solidFill>
                </a:rPr>
                <a:t>Level 1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850500" y="6106717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542500" y="6106717"/>
              <a:ext cx="1368000" cy="792000"/>
            </a:xfrm>
            <a:prstGeom prst="rect">
              <a:avLst/>
            </a:prstGeom>
            <a:solidFill>
              <a:schemeClr val="accent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4618500" y="6106717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8002500" y="6106717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75" name="Rectangle 29"/>
            <p:cNvSpPr/>
            <p:nvPr/>
          </p:nvSpPr>
          <p:spPr>
            <a:xfrm>
              <a:off x="2802800" y="6106717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400" b="1" dirty="0">
                  <a:solidFill>
                    <a:schemeClr val="bg1"/>
                  </a:solidFill>
                </a:rPr>
                <a:t>HEAD</a:t>
              </a:r>
              <a:endParaRPr sz="3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グループ化 2"/>
          <p:cNvGrpSpPr/>
          <p:nvPr/>
        </p:nvGrpSpPr>
        <p:grpSpPr>
          <a:xfrm>
            <a:off x="781015" y="4093429"/>
            <a:ext cx="19727931" cy="1159567"/>
            <a:chOff x="781015" y="3923051"/>
            <a:chExt cx="19727931" cy="1159567"/>
          </a:xfrm>
        </p:grpSpPr>
        <p:sp>
          <p:nvSpPr>
            <p:cNvPr id="72" name="Rectangle 29"/>
            <p:cNvSpPr/>
            <p:nvPr/>
          </p:nvSpPr>
          <p:spPr>
            <a:xfrm>
              <a:off x="781015" y="3923051"/>
              <a:ext cx="19727931" cy="1159567"/>
            </a:xfrm>
            <a:prstGeom prst="rect">
              <a:avLst/>
            </a:prstGeom>
            <a:solidFill>
              <a:srgbClr val="F3FAFE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3400" b="1" dirty="0">
                <a:solidFill>
                  <a:srgbClr val="666666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87158" y="4225835"/>
              <a:ext cx="162568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000" b="1">
                  <a:solidFill>
                    <a:srgbClr val="013CA6"/>
                  </a:solidFill>
                </a:rPr>
                <a:t>Level 2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9542500" y="4106834"/>
              <a:ext cx="1368000" cy="792000"/>
            </a:xfrm>
            <a:prstGeom prst="rect">
              <a:avLst/>
            </a:prstGeom>
            <a:solidFill>
              <a:schemeClr val="accent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8002500" y="4106834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76" name="Rectangle 29"/>
            <p:cNvSpPr/>
            <p:nvPr/>
          </p:nvSpPr>
          <p:spPr>
            <a:xfrm>
              <a:off x="2802800" y="4106834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400" b="1" dirty="0">
                  <a:solidFill>
                    <a:schemeClr val="bg1"/>
                  </a:solidFill>
                </a:rPr>
                <a:t>HEAD</a:t>
              </a:r>
              <a:endParaRPr sz="3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" name="グループ化 1"/>
          <p:cNvGrpSpPr/>
          <p:nvPr/>
        </p:nvGrpSpPr>
        <p:grpSpPr>
          <a:xfrm>
            <a:off x="781016" y="1466931"/>
            <a:ext cx="19727931" cy="1159567"/>
            <a:chOff x="781014" y="1923168"/>
            <a:chExt cx="19727931" cy="1159567"/>
          </a:xfrm>
        </p:grpSpPr>
        <p:sp>
          <p:nvSpPr>
            <p:cNvPr id="73" name="Rectangle 29"/>
            <p:cNvSpPr/>
            <p:nvPr/>
          </p:nvSpPr>
          <p:spPr>
            <a:xfrm>
              <a:off x="781014" y="1923168"/>
              <a:ext cx="19727931" cy="1159567"/>
            </a:xfrm>
            <a:prstGeom prst="rect">
              <a:avLst/>
            </a:prstGeom>
            <a:solidFill>
              <a:srgbClr val="F3FAFE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3400" b="1" dirty="0">
                <a:solidFill>
                  <a:srgbClr val="666666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87158" y="2225952"/>
              <a:ext cx="162568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000" b="1" dirty="0">
                  <a:solidFill>
                    <a:srgbClr val="013CA6"/>
                  </a:solidFill>
                </a:rPr>
                <a:t>Level 3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8002500" y="2106951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 dirty="0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77" name="Rectangle 29"/>
            <p:cNvSpPr/>
            <p:nvPr/>
          </p:nvSpPr>
          <p:spPr>
            <a:xfrm>
              <a:off x="2802800" y="2106951"/>
              <a:ext cx="1368000" cy="792000"/>
            </a:xfrm>
            <a:prstGeom prst="rect">
              <a:avLst/>
            </a:prstGeom>
            <a:solidFill>
              <a:schemeClr val="accent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400" b="1" dirty="0">
                  <a:solidFill>
                    <a:schemeClr val="bg1"/>
                  </a:solidFill>
                </a:rPr>
                <a:t>HEAD</a:t>
              </a:r>
              <a:endParaRPr sz="3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TextBox 52"/>
          <p:cNvSpPr txBox="1"/>
          <p:nvPr/>
        </p:nvSpPr>
        <p:spPr>
          <a:xfrm>
            <a:off x="3477438" y="493700"/>
            <a:ext cx="143350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800" b="0" dirty="0" smtClean="0"/>
              <a:t>「</a:t>
            </a:r>
            <a:r>
              <a:rPr lang="en-US" altLang="ja-JP" sz="2800" b="0" dirty="0" smtClean="0"/>
              <a:t>6</a:t>
            </a:r>
            <a:r>
              <a:rPr lang="ja-JP" altLang="en-US" sz="2800" b="0" dirty="0" smtClean="0"/>
              <a:t>」を検索する</a:t>
            </a:r>
            <a:endParaRPr sz="2800" b="0" dirty="0"/>
          </a:p>
        </p:txBody>
      </p:sp>
      <p:cxnSp>
        <p:nvCxnSpPr>
          <p:cNvPr id="11" name="直線矢印コネクタ 10"/>
          <p:cNvCxnSpPr>
            <a:stCxn id="77" idx="3"/>
            <a:endCxn id="48" idx="1"/>
          </p:cNvCxnSpPr>
          <p:nvPr/>
        </p:nvCxnSpPr>
        <p:spPr>
          <a:xfrm>
            <a:off x="4170802" y="2046714"/>
            <a:ext cx="13831700" cy="0"/>
          </a:xfrm>
          <a:prstGeom prst="straightConnector1">
            <a:avLst/>
          </a:prstGeom>
          <a:ln w="57150">
            <a:solidFill>
              <a:srgbClr val="013CA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加算記号 11"/>
          <p:cNvSpPr/>
          <p:nvPr/>
        </p:nvSpPr>
        <p:spPr>
          <a:xfrm rot="2700000">
            <a:off x="9960981" y="1378455"/>
            <a:ext cx="1368000" cy="1368000"/>
          </a:xfrm>
          <a:prstGeom prst="mathPlus">
            <a:avLst>
              <a:gd name="adj1" fmla="val 6664"/>
            </a:avLst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4" name="直線矢印コネクタ 43"/>
          <p:cNvCxnSpPr>
            <a:stCxn id="76" idx="3"/>
            <a:endCxn id="45" idx="1"/>
          </p:cNvCxnSpPr>
          <p:nvPr/>
        </p:nvCxnSpPr>
        <p:spPr>
          <a:xfrm>
            <a:off x="4170800" y="4673212"/>
            <a:ext cx="5371700" cy="0"/>
          </a:xfrm>
          <a:prstGeom prst="straightConnector1">
            <a:avLst/>
          </a:prstGeom>
          <a:ln w="57150">
            <a:solidFill>
              <a:srgbClr val="013CA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/>
          <p:cNvCxnSpPr>
            <a:stCxn id="45" idx="3"/>
            <a:endCxn id="46" idx="1"/>
          </p:cNvCxnSpPr>
          <p:nvPr/>
        </p:nvCxnSpPr>
        <p:spPr>
          <a:xfrm>
            <a:off x="10910500" y="4673212"/>
            <a:ext cx="7092000" cy="0"/>
          </a:xfrm>
          <a:prstGeom prst="straightConnector1">
            <a:avLst/>
          </a:prstGeom>
          <a:ln w="57150">
            <a:solidFill>
              <a:srgbClr val="013CA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加算記号 48"/>
          <p:cNvSpPr/>
          <p:nvPr/>
        </p:nvSpPr>
        <p:spPr>
          <a:xfrm rot="2700000">
            <a:off x="13772500" y="3989212"/>
            <a:ext cx="1368000" cy="1368000"/>
          </a:xfrm>
          <a:prstGeom prst="mathPlus">
            <a:avLst>
              <a:gd name="adj1" fmla="val 6664"/>
            </a:avLst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1" name="直線矢印コネクタ 50"/>
          <p:cNvCxnSpPr>
            <a:stCxn id="41" idx="3"/>
            <a:endCxn id="42" idx="1"/>
          </p:cNvCxnSpPr>
          <p:nvPr/>
        </p:nvCxnSpPr>
        <p:spPr>
          <a:xfrm>
            <a:off x="10910500" y="7299710"/>
            <a:ext cx="3708000" cy="0"/>
          </a:xfrm>
          <a:prstGeom prst="straightConnector1">
            <a:avLst/>
          </a:prstGeom>
          <a:ln w="57150">
            <a:solidFill>
              <a:srgbClr val="013CA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加算記号 51"/>
          <p:cNvSpPr/>
          <p:nvPr/>
        </p:nvSpPr>
        <p:spPr>
          <a:xfrm rot="2700000">
            <a:off x="12080500" y="6615710"/>
            <a:ext cx="1368000" cy="1368000"/>
          </a:xfrm>
          <a:prstGeom prst="mathPlus">
            <a:avLst>
              <a:gd name="adj1" fmla="val 6664"/>
            </a:avLst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4" name="直線矢印コネクタ 53"/>
          <p:cNvCxnSpPr>
            <a:stCxn id="33" idx="3"/>
            <a:endCxn id="34" idx="1"/>
          </p:cNvCxnSpPr>
          <p:nvPr/>
        </p:nvCxnSpPr>
        <p:spPr>
          <a:xfrm>
            <a:off x="10910500" y="9926208"/>
            <a:ext cx="324000" cy="0"/>
          </a:xfrm>
          <a:prstGeom prst="straightConnector1">
            <a:avLst/>
          </a:prstGeom>
          <a:ln w="57150">
            <a:solidFill>
              <a:srgbClr val="013CA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/>
          <p:cNvCxnSpPr>
            <a:stCxn id="34" idx="3"/>
            <a:endCxn id="35" idx="1"/>
          </p:cNvCxnSpPr>
          <p:nvPr/>
        </p:nvCxnSpPr>
        <p:spPr>
          <a:xfrm>
            <a:off x="12602500" y="9926208"/>
            <a:ext cx="324000" cy="0"/>
          </a:xfrm>
          <a:prstGeom prst="straightConnector1">
            <a:avLst/>
          </a:prstGeom>
          <a:ln w="57150">
            <a:solidFill>
              <a:srgbClr val="013CA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2"/>
          <p:cNvSpPr txBox="1"/>
          <p:nvPr/>
        </p:nvSpPr>
        <p:spPr>
          <a:xfrm>
            <a:off x="5521261" y="2852898"/>
            <a:ext cx="102474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/>
              <a:t>Step 1</a:t>
            </a:r>
            <a:r>
              <a:rPr lang="en-US" altLang="ja-JP" sz="2800" dirty="0"/>
              <a:t>: </a:t>
            </a:r>
            <a:r>
              <a:rPr lang="en-US" altLang="ja-JP" sz="2800" dirty="0" smtClean="0"/>
              <a:t>  Level </a:t>
            </a:r>
            <a:r>
              <a:rPr lang="en-US" altLang="ja-JP" sz="2800" dirty="0"/>
              <a:t>3 </a:t>
            </a:r>
            <a:r>
              <a:rPr lang="ja-JP" altLang="en-US" sz="2800" dirty="0"/>
              <a:t>の先頭から出発。次の </a:t>
            </a:r>
            <a:r>
              <a:rPr lang="en-US" altLang="ja-JP" sz="2800" dirty="0"/>
              <a:t>9 &gt; 6 </a:t>
            </a:r>
            <a:r>
              <a:rPr lang="ja-JP" altLang="en-US" sz="2800" dirty="0"/>
              <a:t>なので </a:t>
            </a:r>
            <a:r>
              <a:rPr lang="en-US" altLang="ja-JP" sz="2800" dirty="0"/>
              <a:t>Level 2 </a:t>
            </a:r>
            <a:r>
              <a:rPr lang="ja-JP" altLang="en-US" sz="2800" dirty="0"/>
              <a:t>へ降りる</a:t>
            </a:r>
            <a:endParaRPr sz="2800" b="0" dirty="0"/>
          </a:p>
        </p:txBody>
      </p:sp>
      <p:sp>
        <p:nvSpPr>
          <p:cNvPr id="59" name="TextBox 52"/>
          <p:cNvSpPr txBox="1"/>
          <p:nvPr/>
        </p:nvSpPr>
        <p:spPr>
          <a:xfrm>
            <a:off x="5521261" y="5483450"/>
            <a:ext cx="102474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/>
              <a:t>Step </a:t>
            </a:r>
            <a:r>
              <a:rPr lang="en-US" altLang="ja-JP" sz="2800" b="1" dirty="0" smtClean="0"/>
              <a:t>2</a:t>
            </a:r>
            <a:r>
              <a:rPr lang="en-US" altLang="ja-JP" sz="2800" dirty="0" smtClean="0"/>
              <a:t>:   Level </a:t>
            </a:r>
            <a:r>
              <a:rPr lang="en-US" altLang="ja-JP" sz="2800" dirty="0"/>
              <a:t>2 </a:t>
            </a:r>
            <a:r>
              <a:rPr lang="ja-JP" altLang="en-US" sz="2800" dirty="0"/>
              <a:t>で </a:t>
            </a:r>
            <a:r>
              <a:rPr lang="en-US" altLang="ja-JP" sz="2800" dirty="0"/>
              <a:t>4 </a:t>
            </a:r>
            <a:r>
              <a:rPr lang="ja-JP" altLang="en-US" sz="2800" dirty="0"/>
              <a:t>まで進む。次の </a:t>
            </a:r>
            <a:r>
              <a:rPr lang="en-US" altLang="ja-JP" sz="2800" dirty="0"/>
              <a:t>9 &gt; 6 </a:t>
            </a:r>
            <a:r>
              <a:rPr lang="ja-JP" altLang="en-US" sz="2800" dirty="0"/>
              <a:t>なので </a:t>
            </a:r>
            <a:r>
              <a:rPr lang="en-US" altLang="ja-JP" sz="2800" dirty="0"/>
              <a:t>Level 1 </a:t>
            </a:r>
            <a:r>
              <a:rPr lang="ja-JP" altLang="en-US" sz="2800" dirty="0"/>
              <a:t>へ降りる</a:t>
            </a:r>
            <a:endParaRPr sz="2800" b="0" dirty="0"/>
          </a:p>
        </p:txBody>
      </p:sp>
      <p:sp>
        <p:nvSpPr>
          <p:cNvPr id="60" name="TextBox 52"/>
          <p:cNvSpPr txBox="1"/>
          <p:nvPr/>
        </p:nvSpPr>
        <p:spPr>
          <a:xfrm>
            <a:off x="5521261" y="8114002"/>
            <a:ext cx="102474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/>
              <a:t>Step </a:t>
            </a:r>
            <a:r>
              <a:rPr lang="en-US" altLang="ja-JP" sz="2800" b="1" dirty="0" smtClean="0"/>
              <a:t>3</a:t>
            </a:r>
            <a:r>
              <a:rPr lang="en-US" altLang="ja-JP" sz="2800" dirty="0" smtClean="0"/>
              <a:t>:   </a:t>
            </a:r>
            <a:r>
              <a:rPr lang="ja-JP" altLang="en-US" sz="2800" dirty="0"/>
              <a:t>で </a:t>
            </a:r>
            <a:r>
              <a:rPr lang="en-US" altLang="ja-JP" sz="2800" dirty="0"/>
              <a:t>7 </a:t>
            </a:r>
            <a:r>
              <a:rPr lang="ja-JP" altLang="en-US" sz="2800" dirty="0"/>
              <a:t>まで進もうとするが </a:t>
            </a:r>
            <a:r>
              <a:rPr lang="en-US" altLang="ja-JP" sz="2800" dirty="0"/>
              <a:t>7 &gt; 6 </a:t>
            </a:r>
            <a:r>
              <a:rPr lang="ja-JP" altLang="en-US" sz="2800" dirty="0"/>
              <a:t>なので </a:t>
            </a:r>
            <a:r>
              <a:rPr lang="en-US" altLang="ja-JP" sz="2800" dirty="0"/>
              <a:t>Level 0 </a:t>
            </a:r>
            <a:r>
              <a:rPr lang="ja-JP" altLang="en-US" sz="2800" dirty="0"/>
              <a:t>へ降りる</a:t>
            </a:r>
            <a:endParaRPr sz="2800" b="0" dirty="0"/>
          </a:p>
        </p:txBody>
      </p:sp>
      <p:sp>
        <p:nvSpPr>
          <p:cNvPr id="61" name="TextBox 52"/>
          <p:cNvSpPr txBox="1"/>
          <p:nvPr/>
        </p:nvSpPr>
        <p:spPr>
          <a:xfrm>
            <a:off x="5521261" y="10744554"/>
            <a:ext cx="102474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800" b="1" dirty="0"/>
              <a:t>Step </a:t>
            </a:r>
            <a:r>
              <a:rPr lang="en-US" altLang="ja-JP" sz="2800" b="1" dirty="0" smtClean="0"/>
              <a:t>4</a:t>
            </a:r>
            <a:r>
              <a:rPr lang="en-US" altLang="ja-JP" sz="2800" dirty="0" smtClean="0"/>
              <a:t>:   Level </a:t>
            </a:r>
            <a:r>
              <a:rPr lang="en-US" altLang="ja-JP" sz="2800" dirty="0"/>
              <a:t>0 </a:t>
            </a:r>
            <a:r>
              <a:rPr lang="ja-JP" altLang="en-US" sz="2800" dirty="0"/>
              <a:t>で </a:t>
            </a:r>
            <a:r>
              <a:rPr lang="en-US" altLang="ja-JP" sz="2800" dirty="0"/>
              <a:t>5 → 6 </a:t>
            </a:r>
            <a:r>
              <a:rPr lang="ja-JP" altLang="en-US" sz="2800" dirty="0"/>
              <a:t>と進み、</a:t>
            </a:r>
            <a:r>
              <a:rPr lang="en-US" altLang="ja-JP" sz="2800" dirty="0"/>
              <a:t>6 </a:t>
            </a:r>
            <a:r>
              <a:rPr lang="ja-JP" altLang="en-US" sz="2800" dirty="0"/>
              <a:t>を発見</a:t>
            </a:r>
            <a:endParaRPr sz="2800" b="0" dirty="0"/>
          </a:p>
        </p:txBody>
      </p:sp>
    </p:spTree>
    <p:extLst>
      <p:ext uri="{BB962C8B-B14F-4D97-AF65-F5344CB8AC3E}">
        <p14:creationId xmlns:p14="http://schemas.microsoft.com/office/powerpoint/2010/main" val="2825158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/>
          <p:cNvGrpSpPr/>
          <p:nvPr/>
        </p:nvGrpSpPr>
        <p:grpSpPr>
          <a:xfrm>
            <a:off x="781016" y="4517101"/>
            <a:ext cx="19727931" cy="1159567"/>
            <a:chOff x="781017" y="6106717"/>
            <a:chExt cx="19727931" cy="1159567"/>
          </a:xfrm>
        </p:grpSpPr>
        <p:sp>
          <p:nvSpPr>
            <p:cNvPr id="70" name="Rectangle 29"/>
            <p:cNvSpPr/>
            <p:nvPr/>
          </p:nvSpPr>
          <p:spPr>
            <a:xfrm>
              <a:off x="781017" y="6106717"/>
              <a:ext cx="19727931" cy="1159567"/>
            </a:xfrm>
            <a:prstGeom prst="rect">
              <a:avLst/>
            </a:prstGeom>
            <a:solidFill>
              <a:srgbClr val="F3FAFE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3400" b="1" dirty="0">
                <a:solidFill>
                  <a:srgbClr val="666666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87158" y="6409501"/>
              <a:ext cx="162568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000" b="1" dirty="0">
                  <a:solidFill>
                    <a:srgbClr val="013CA6"/>
                  </a:solidFill>
                </a:rPr>
                <a:t>Level 0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466500" y="62905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158500" y="62905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7850500" y="62905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9542500" y="62905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1234500" y="62905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2926500" y="6290500"/>
              <a:ext cx="1368000" cy="792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4618500" y="62905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6310500" y="62905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18002500" y="62905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74" name="Rectangle 29"/>
            <p:cNvSpPr/>
            <p:nvPr/>
          </p:nvSpPr>
          <p:spPr>
            <a:xfrm>
              <a:off x="2802800" y="62905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400" b="1" dirty="0">
                  <a:solidFill>
                    <a:schemeClr val="bg1"/>
                  </a:solidFill>
                </a:rPr>
                <a:t>HEAD</a:t>
              </a:r>
              <a:endParaRPr sz="3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グループ化 2"/>
          <p:cNvGrpSpPr/>
          <p:nvPr/>
        </p:nvGrpSpPr>
        <p:grpSpPr>
          <a:xfrm>
            <a:off x="781016" y="3191376"/>
            <a:ext cx="19727931" cy="1159567"/>
            <a:chOff x="781016" y="4106834"/>
            <a:chExt cx="19727931" cy="1159567"/>
          </a:xfrm>
        </p:grpSpPr>
        <p:sp>
          <p:nvSpPr>
            <p:cNvPr id="71" name="Rectangle 29"/>
            <p:cNvSpPr/>
            <p:nvPr/>
          </p:nvSpPr>
          <p:spPr>
            <a:xfrm>
              <a:off x="781016" y="4106834"/>
              <a:ext cx="19727931" cy="1159567"/>
            </a:xfrm>
            <a:prstGeom prst="rect">
              <a:avLst/>
            </a:prstGeom>
            <a:solidFill>
              <a:srgbClr val="F3FAFE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3400" b="1" dirty="0">
                <a:solidFill>
                  <a:srgbClr val="666666"/>
                </a:solidFill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87158" y="4409618"/>
              <a:ext cx="162568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000" b="1" dirty="0">
                  <a:solidFill>
                    <a:srgbClr val="013CA6"/>
                  </a:solidFill>
                </a:rPr>
                <a:t>Level 1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7850500" y="4290617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542500" y="4290617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4618500" y="4290617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18002500" y="4290617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75" name="Rectangle 29"/>
            <p:cNvSpPr/>
            <p:nvPr/>
          </p:nvSpPr>
          <p:spPr>
            <a:xfrm>
              <a:off x="2802800" y="4290617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400" b="1" dirty="0">
                  <a:solidFill>
                    <a:schemeClr val="bg1"/>
                  </a:solidFill>
                </a:rPr>
                <a:t>HEAD</a:t>
              </a:r>
              <a:endParaRPr sz="3400" b="1" dirty="0">
                <a:solidFill>
                  <a:schemeClr val="bg1"/>
                </a:solidFill>
              </a:endParaRPr>
            </a:p>
          </p:txBody>
        </p:sp>
        <p:sp>
          <p:nvSpPr>
            <p:cNvPr id="44" name="Rectangle 34"/>
            <p:cNvSpPr/>
            <p:nvPr/>
          </p:nvSpPr>
          <p:spPr>
            <a:xfrm>
              <a:off x="12926500" y="4290617"/>
              <a:ext cx="1368000" cy="792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" name="グループ化 1"/>
          <p:cNvGrpSpPr/>
          <p:nvPr/>
        </p:nvGrpSpPr>
        <p:grpSpPr>
          <a:xfrm>
            <a:off x="781016" y="1865651"/>
            <a:ext cx="19727931" cy="1159567"/>
            <a:chOff x="781015" y="2106951"/>
            <a:chExt cx="19727931" cy="1159567"/>
          </a:xfrm>
        </p:grpSpPr>
        <p:sp>
          <p:nvSpPr>
            <p:cNvPr id="72" name="Rectangle 29"/>
            <p:cNvSpPr/>
            <p:nvPr/>
          </p:nvSpPr>
          <p:spPr>
            <a:xfrm>
              <a:off x="781015" y="2106951"/>
              <a:ext cx="19727931" cy="1159567"/>
            </a:xfrm>
            <a:prstGeom prst="rect">
              <a:avLst/>
            </a:prstGeom>
            <a:solidFill>
              <a:srgbClr val="F3FAFE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3400" b="1" dirty="0">
                <a:solidFill>
                  <a:srgbClr val="666666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87158" y="2409735"/>
              <a:ext cx="162568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000" b="1">
                  <a:solidFill>
                    <a:srgbClr val="013CA6"/>
                  </a:solidFill>
                </a:rPr>
                <a:t>Level 2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18002500" y="2290734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76" name="Rectangle 29"/>
            <p:cNvSpPr/>
            <p:nvPr/>
          </p:nvSpPr>
          <p:spPr>
            <a:xfrm>
              <a:off x="2802800" y="2290734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400" b="1" dirty="0">
                  <a:solidFill>
                    <a:schemeClr val="bg1"/>
                  </a:solidFill>
                </a:rPr>
                <a:t>HEAD</a:t>
              </a:r>
              <a:endParaRPr sz="3400" b="1" dirty="0">
                <a:solidFill>
                  <a:schemeClr val="bg1"/>
                </a:solidFill>
              </a:endParaRPr>
            </a:p>
          </p:txBody>
        </p:sp>
        <p:sp>
          <p:nvSpPr>
            <p:cNvPr id="47" name="Rectangle 34"/>
            <p:cNvSpPr/>
            <p:nvPr/>
          </p:nvSpPr>
          <p:spPr>
            <a:xfrm>
              <a:off x="12926500" y="2290734"/>
              <a:ext cx="1368000" cy="792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49" name="グループ化 48"/>
          <p:cNvGrpSpPr/>
          <p:nvPr/>
        </p:nvGrpSpPr>
        <p:grpSpPr>
          <a:xfrm>
            <a:off x="781016" y="10486101"/>
            <a:ext cx="19727931" cy="1159567"/>
            <a:chOff x="781017" y="6106717"/>
            <a:chExt cx="19727931" cy="1159567"/>
          </a:xfrm>
        </p:grpSpPr>
        <p:sp>
          <p:nvSpPr>
            <p:cNvPr id="50" name="Rectangle 29"/>
            <p:cNvSpPr/>
            <p:nvPr/>
          </p:nvSpPr>
          <p:spPr>
            <a:xfrm>
              <a:off x="781017" y="6106717"/>
              <a:ext cx="19727931" cy="1159567"/>
            </a:xfrm>
            <a:prstGeom prst="rect">
              <a:avLst/>
            </a:prstGeom>
            <a:solidFill>
              <a:srgbClr val="F3FAFE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3400" b="1" dirty="0">
                <a:solidFill>
                  <a:srgbClr val="666666"/>
                </a:solidFill>
              </a:endParaRPr>
            </a:p>
          </p:txBody>
        </p:sp>
        <p:sp>
          <p:nvSpPr>
            <p:cNvPr id="51" name="TextBox 4"/>
            <p:cNvSpPr txBox="1"/>
            <p:nvPr/>
          </p:nvSpPr>
          <p:spPr>
            <a:xfrm>
              <a:off x="987158" y="6409501"/>
              <a:ext cx="162568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000" b="1" dirty="0">
                  <a:solidFill>
                    <a:srgbClr val="013CA6"/>
                  </a:solidFill>
                </a:rPr>
                <a:t>Level 0</a:t>
              </a:r>
            </a:p>
          </p:txBody>
        </p:sp>
        <p:sp>
          <p:nvSpPr>
            <p:cNvPr id="52" name="Rectangle 29"/>
            <p:cNvSpPr/>
            <p:nvPr/>
          </p:nvSpPr>
          <p:spPr>
            <a:xfrm>
              <a:off x="4466500" y="62905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4" name="Rectangle 30"/>
            <p:cNvSpPr/>
            <p:nvPr/>
          </p:nvSpPr>
          <p:spPr>
            <a:xfrm>
              <a:off x="6158500" y="62905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55" name="Rectangle 31"/>
            <p:cNvSpPr/>
            <p:nvPr/>
          </p:nvSpPr>
          <p:spPr>
            <a:xfrm>
              <a:off x="7850500" y="62905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56" name="Rectangle 32"/>
            <p:cNvSpPr/>
            <p:nvPr/>
          </p:nvSpPr>
          <p:spPr>
            <a:xfrm>
              <a:off x="9542500" y="62905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57" name="Rectangle 33"/>
            <p:cNvSpPr/>
            <p:nvPr/>
          </p:nvSpPr>
          <p:spPr>
            <a:xfrm>
              <a:off x="11234500" y="62905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58" name="Rectangle 34"/>
            <p:cNvSpPr/>
            <p:nvPr/>
          </p:nvSpPr>
          <p:spPr>
            <a:xfrm>
              <a:off x="12926500" y="6290500"/>
              <a:ext cx="1368000" cy="792000"/>
            </a:xfrm>
            <a:prstGeom prst="rect">
              <a:avLst/>
            </a:prstGeom>
            <a:solidFill>
              <a:schemeClr val="accent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59" name="Rectangle 35"/>
            <p:cNvSpPr/>
            <p:nvPr/>
          </p:nvSpPr>
          <p:spPr>
            <a:xfrm>
              <a:off x="14618500" y="62905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60" name="Rectangle 36"/>
            <p:cNvSpPr/>
            <p:nvPr/>
          </p:nvSpPr>
          <p:spPr>
            <a:xfrm>
              <a:off x="16310500" y="62905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61" name="Rectangle 37"/>
            <p:cNvSpPr/>
            <p:nvPr/>
          </p:nvSpPr>
          <p:spPr>
            <a:xfrm>
              <a:off x="18002500" y="62905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62" name="Rectangle 29"/>
            <p:cNvSpPr/>
            <p:nvPr/>
          </p:nvSpPr>
          <p:spPr>
            <a:xfrm>
              <a:off x="2802800" y="6290500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400" b="1" dirty="0">
                  <a:solidFill>
                    <a:schemeClr val="bg1"/>
                  </a:solidFill>
                </a:rPr>
                <a:t>HEAD</a:t>
              </a:r>
              <a:endParaRPr sz="3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3" name="グループ化 62"/>
          <p:cNvGrpSpPr/>
          <p:nvPr/>
        </p:nvGrpSpPr>
        <p:grpSpPr>
          <a:xfrm>
            <a:off x="781016" y="9160376"/>
            <a:ext cx="19727931" cy="1159567"/>
            <a:chOff x="781016" y="4106834"/>
            <a:chExt cx="19727931" cy="1159567"/>
          </a:xfrm>
        </p:grpSpPr>
        <p:sp>
          <p:nvSpPr>
            <p:cNvPr id="64" name="Rectangle 29"/>
            <p:cNvSpPr/>
            <p:nvPr/>
          </p:nvSpPr>
          <p:spPr>
            <a:xfrm>
              <a:off x="781016" y="4106834"/>
              <a:ext cx="19727931" cy="1159567"/>
            </a:xfrm>
            <a:prstGeom prst="rect">
              <a:avLst/>
            </a:prstGeom>
            <a:solidFill>
              <a:srgbClr val="F3FAFE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3400" b="1" dirty="0">
                <a:solidFill>
                  <a:srgbClr val="666666"/>
                </a:solidFill>
              </a:endParaRPr>
            </a:p>
          </p:txBody>
        </p:sp>
        <p:sp>
          <p:nvSpPr>
            <p:cNvPr id="65" name="TextBox 5"/>
            <p:cNvSpPr txBox="1"/>
            <p:nvPr/>
          </p:nvSpPr>
          <p:spPr>
            <a:xfrm>
              <a:off x="987158" y="4409618"/>
              <a:ext cx="162568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000" b="1" dirty="0">
                  <a:solidFill>
                    <a:srgbClr val="013CA6"/>
                  </a:solidFill>
                </a:rPr>
                <a:t>Level 1</a:t>
              </a:r>
            </a:p>
          </p:txBody>
        </p:sp>
        <p:sp>
          <p:nvSpPr>
            <p:cNvPr id="66" name="Rectangle 39"/>
            <p:cNvSpPr/>
            <p:nvPr/>
          </p:nvSpPr>
          <p:spPr>
            <a:xfrm>
              <a:off x="7850500" y="4290617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67" name="Rectangle 40"/>
            <p:cNvSpPr/>
            <p:nvPr/>
          </p:nvSpPr>
          <p:spPr>
            <a:xfrm>
              <a:off x="9542500" y="4290617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68" name="Rectangle 41"/>
            <p:cNvSpPr/>
            <p:nvPr/>
          </p:nvSpPr>
          <p:spPr>
            <a:xfrm>
              <a:off x="14618500" y="4290617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69" name="Rectangle 42"/>
            <p:cNvSpPr/>
            <p:nvPr/>
          </p:nvSpPr>
          <p:spPr>
            <a:xfrm>
              <a:off x="18002500" y="4290617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78" name="Rectangle 29"/>
            <p:cNvSpPr/>
            <p:nvPr/>
          </p:nvSpPr>
          <p:spPr>
            <a:xfrm>
              <a:off x="2802800" y="4290617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400" b="1" dirty="0">
                  <a:solidFill>
                    <a:schemeClr val="bg1"/>
                  </a:solidFill>
                </a:rPr>
                <a:t>HEAD</a:t>
              </a:r>
              <a:endParaRPr sz="3400" b="1" dirty="0">
                <a:solidFill>
                  <a:schemeClr val="bg1"/>
                </a:solidFill>
              </a:endParaRPr>
            </a:p>
          </p:txBody>
        </p:sp>
        <p:sp>
          <p:nvSpPr>
            <p:cNvPr id="79" name="Rectangle 34"/>
            <p:cNvSpPr/>
            <p:nvPr/>
          </p:nvSpPr>
          <p:spPr>
            <a:xfrm>
              <a:off x="12926500" y="4290617"/>
              <a:ext cx="1368000" cy="792000"/>
            </a:xfrm>
            <a:prstGeom prst="rect">
              <a:avLst/>
            </a:prstGeom>
            <a:solidFill>
              <a:schemeClr val="accent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80" name="グループ化 79"/>
          <p:cNvGrpSpPr/>
          <p:nvPr/>
        </p:nvGrpSpPr>
        <p:grpSpPr>
          <a:xfrm>
            <a:off x="781016" y="7834651"/>
            <a:ext cx="19727931" cy="1159567"/>
            <a:chOff x="781015" y="2106951"/>
            <a:chExt cx="19727931" cy="1159567"/>
          </a:xfrm>
        </p:grpSpPr>
        <p:sp>
          <p:nvSpPr>
            <p:cNvPr id="81" name="Rectangle 29"/>
            <p:cNvSpPr/>
            <p:nvPr/>
          </p:nvSpPr>
          <p:spPr>
            <a:xfrm>
              <a:off x="781015" y="2106951"/>
              <a:ext cx="19727931" cy="1159567"/>
            </a:xfrm>
            <a:prstGeom prst="rect">
              <a:avLst/>
            </a:prstGeom>
            <a:solidFill>
              <a:srgbClr val="F3FAFE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3400" b="1" dirty="0">
                <a:solidFill>
                  <a:srgbClr val="666666"/>
                </a:solidFill>
              </a:endParaRPr>
            </a:p>
          </p:txBody>
        </p:sp>
        <p:sp>
          <p:nvSpPr>
            <p:cNvPr id="82" name="TextBox 6"/>
            <p:cNvSpPr txBox="1"/>
            <p:nvPr/>
          </p:nvSpPr>
          <p:spPr>
            <a:xfrm>
              <a:off x="987158" y="2409735"/>
              <a:ext cx="1625685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3000" b="1">
                  <a:solidFill>
                    <a:srgbClr val="013CA6"/>
                  </a:solidFill>
                </a:rPr>
                <a:t>Level 2</a:t>
              </a:r>
            </a:p>
          </p:txBody>
        </p:sp>
        <p:sp>
          <p:nvSpPr>
            <p:cNvPr id="83" name="Rectangle 45"/>
            <p:cNvSpPr/>
            <p:nvPr/>
          </p:nvSpPr>
          <p:spPr>
            <a:xfrm>
              <a:off x="18002500" y="2290734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84" name="Rectangle 29"/>
            <p:cNvSpPr/>
            <p:nvPr/>
          </p:nvSpPr>
          <p:spPr>
            <a:xfrm>
              <a:off x="2802800" y="2290734"/>
              <a:ext cx="1368000" cy="792000"/>
            </a:xfrm>
            <a:prstGeom prst="rect">
              <a:avLst/>
            </a:prstGeom>
            <a:solidFill>
              <a:srgbClr val="013CA6"/>
            </a:solidFill>
            <a:ln w="31750"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400" b="1" dirty="0">
                  <a:solidFill>
                    <a:schemeClr val="bg1"/>
                  </a:solidFill>
                </a:rPr>
                <a:t>HEAD</a:t>
              </a:r>
              <a:endParaRPr sz="3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下矢印 8"/>
          <p:cNvSpPr/>
          <p:nvPr/>
        </p:nvSpPr>
        <p:spPr>
          <a:xfrm>
            <a:off x="9729982" y="5867400"/>
            <a:ext cx="1830000" cy="1155700"/>
          </a:xfrm>
          <a:prstGeom prst="downArrow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TextBox 52"/>
          <p:cNvSpPr txBox="1"/>
          <p:nvPr/>
        </p:nvSpPr>
        <p:spPr>
          <a:xfrm>
            <a:off x="5521261" y="7205990"/>
            <a:ext cx="102474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ランダムにレベル数を決定</a:t>
            </a:r>
            <a:r>
              <a:rPr lang="en-US" altLang="ja-JP" sz="2800" b="0" dirty="0" smtClean="0"/>
              <a:t>(</a:t>
            </a:r>
            <a:r>
              <a:rPr lang="ja-JP" altLang="en-US" sz="2800" b="0" dirty="0" smtClean="0"/>
              <a:t>今回は</a:t>
            </a:r>
            <a:r>
              <a:rPr lang="en-US" altLang="ja-JP" sz="2800" dirty="0" smtClean="0"/>
              <a:t>1</a:t>
            </a:r>
            <a:r>
              <a:rPr lang="en-US" altLang="ja-JP" sz="2800" b="0" dirty="0" smtClean="0"/>
              <a:t>)</a:t>
            </a:r>
            <a:r>
              <a:rPr lang="ja-JP" altLang="en-US" sz="2800" dirty="0"/>
              <a:t>し</a:t>
            </a:r>
            <a:r>
              <a:rPr lang="ja-JP" altLang="en-US" sz="2800" dirty="0" smtClean="0"/>
              <a:t>、そのレベルまで挿入する</a:t>
            </a:r>
            <a:endParaRPr sz="2800" b="0" dirty="0"/>
          </a:p>
        </p:txBody>
      </p:sp>
      <p:sp>
        <p:nvSpPr>
          <p:cNvPr id="88" name="TextBox 52"/>
          <p:cNvSpPr txBox="1"/>
          <p:nvPr/>
        </p:nvSpPr>
        <p:spPr>
          <a:xfrm>
            <a:off x="5521261" y="1211590"/>
            <a:ext cx="102474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2800" b="0" dirty="0" smtClean="0"/>
              <a:t>検索と同様に、各レベルでの挿入位置を特定する</a:t>
            </a:r>
            <a:endParaRPr sz="2800" b="0" dirty="0"/>
          </a:p>
        </p:txBody>
      </p:sp>
    </p:spTree>
    <p:extLst>
      <p:ext uri="{BB962C8B-B14F-4D97-AF65-F5344CB8AC3E}">
        <p14:creationId xmlns:p14="http://schemas.microsoft.com/office/powerpoint/2010/main" val="1533281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273</Words>
  <Application>Microsoft Office PowerPoint</Application>
  <PresentationFormat>ユーザー設定</PresentationFormat>
  <Paragraphs>99</Paragraphs>
  <Slides>3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4" baseType="lpstr">
      <vt:lpstr>Office Theme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shining</dc:creator>
  <dc:description>generated using python-pptx</dc:description>
  <cp:lastModifiedBy>shining</cp:lastModifiedBy>
  <cp:revision>26</cp:revision>
  <dcterms:created xsi:type="dcterms:W3CDTF">2013-01-27T09:14:16Z</dcterms:created>
  <dcterms:modified xsi:type="dcterms:W3CDTF">2026-05-19T15:27:08Z</dcterms:modified>
</cp:coreProperties>
</file>