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60" r:id="rId4"/>
  </p:sldIdLst>
  <p:sldSz cx="21289963" cy="119729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DE4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0" d="100"/>
          <a:sy n="50" d="100"/>
        </p:scale>
        <p:origin x="-124" y="-1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グループ化 79"/>
          <p:cNvGrpSpPr/>
          <p:nvPr/>
        </p:nvGrpSpPr>
        <p:grpSpPr>
          <a:xfrm>
            <a:off x="2872600" y="7543662"/>
            <a:ext cx="1512000" cy="3907186"/>
            <a:chOff x="8056600" y="7549146"/>
            <a:chExt cx="1512000" cy="3907186"/>
          </a:xfrm>
        </p:grpSpPr>
        <p:sp>
          <p:nvSpPr>
            <p:cNvPr id="66" name="Rectangle 14"/>
            <p:cNvSpPr/>
            <p:nvPr/>
          </p:nvSpPr>
          <p:spPr>
            <a:xfrm>
              <a:off x="8056600" y="8048368"/>
              <a:ext cx="1512000" cy="3407964"/>
            </a:xfrm>
            <a:prstGeom prst="rect">
              <a:avLst/>
            </a:prstGeom>
            <a:solidFill>
              <a:srgbClr val="BDE4FC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67" name="TextBox 15"/>
            <p:cNvSpPr txBox="1"/>
            <p:nvPr/>
          </p:nvSpPr>
          <p:spPr>
            <a:xfrm>
              <a:off x="8056600" y="7549146"/>
              <a:ext cx="1512000" cy="4909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400" b="0" dirty="0">
                  <a:solidFill>
                    <a:srgbClr val="013CA6"/>
                  </a:solidFill>
                </a:rPr>
                <a:t>9</a:t>
              </a:r>
            </a:p>
          </p:txBody>
        </p:sp>
      </p:grpSp>
      <p:sp>
        <p:nvSpPr>
          <p:cNvPr id="6" name="Rectangle 5"/>
          <p:cNvSpPr/>
          <p:nvPr/>
        </p:nvSpPr>
        <p:spPr>
          <a:xfrm>
            <a:off x="3088600" y="5172169"/>
            <a:ext cx="1512000" cy="378663"/>
          </a:xfrm>
          <a:prstGeom prst="rect">
            <a:avLst/>
          </a:prstGeom>
          <a:solidFill>
            <a:srgbClr val="BDE4FC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088600" y="4646946"/>
            <a:ext cx="1512000" cy="4909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013CA6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4816600" y="4414845"/>
            <a:ext cx="1512000" cy="1135987"/>
          </a:xfrm>
          <a:prstGeom prst="rect">
            <a:avLst/>
          </a:prstGeom>
          <a:solidFill>
            <a:srgbClr val="BDE4FC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16600" y="3905646"/>
            <a:ext cx="1512000" cy="4909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013CA6"/>
                </a:solidFill>
              </a:rPr>
              <a:t>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44600" y="3278856"/>
            <a:ext cx="1512000" cy="2271976"/>
          </a:xfrm>
          <a:prstGeom prst="rect">
            <a:avLst/>
          </a:prstGeom>
          <a:solidFill>
            <a:srgbClr val="BDE4FC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44600" y="2774646"/>
            <a:ext cx="1512000" cy="4909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013CA6"/>
                </a:solidFill>
              </a:rPr>
              <a:t>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72600" y="2142868"/>
            <a:ext cx="1512000" cy="3407964"/>
          </a:xfrm>
          <a:prstGeom prst="rect">
            <a:avLst/>
          </a:prstGeom>
          <a:solidFill>
            <a:srgbClr val="BDE4FC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2600" y="1643646"/>
            <a:ext cx="1512000" cy="4909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013CA6"/>
                </a:solidFill>
              </a:rPr>
              <a:t>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00600" y="1764206"/>
            <a:ext cx="1512000" cy="3786626"/>
          </a:xfrm>
          <a:prstGeom prst="rect">
            <a:avLst/>
          </a:prstGeom>
          <a:solidFill>
            <a:srgbClr val="BDE4FC"/>
          </a:solidFill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00600" y="1326585"/>
            <a:ext cx="1512000" cy="419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dirty="0">
                <a:solidFill>
                  <a:schemeClr val="tx2"/>
                </a:solidFill>
              </a:rPr>
              <a:t>10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728600" y="2521530"/>
            <a:ext cx="1512000" cy="3029302"/>
          </a:xfrm>
          <a:prstGeom prst="rect">
            <a:avLst/>
          </a:prstGeom>
          <a:solidFill>
            <a:srgbClr val="BDE4FC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728600" y="2020646"/>
            <a:ext cx="1512000" cy="4909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013CA6"/>
                </a:solidFill>
              </a:rPr>
              <a:t>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456600" y="3657518"/>
            <a:ext cx="1512000" cy="1893314"/>
          </a:xfrm>
          <a:prstGeom prst="rect">
            <a:avLst/>
          </a:prstGeom>
          <a:solidFill>
            <a:srgbClr val="BDE4FC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3456600" y="3138946"/>
            <a:ext cx="1512000" cy="4909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013CA6"/>
                </a:solidFill>
              </a:rPr>
              <a:t>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184600" y="4414845"/>
            <a:ext cx="1512000" cy="1135987"/>
          </a:xfrm>
          <a:prstGeom prst="rect">
            <a:avLst/>
          </a:prstGeom>
          <a:solidFill>
            <a:srgbClr val="BDE4FC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5184600" y="3905646"/>
            <a:ext cx="1512000" cy="4909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013CA6"/>
                </a:solidFill>
              </a:rPr>
              <a:t>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912600" y="5172169"/>
            <a:ext cx="1512000" cy="378663"/>
          </a:xfrm>
          <a:prstGeom prst="rect">
            <a:avLst/>
          </a:prstGeom>
          <a:solidFill>
            <a:srgbClr val="BDE4FC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6912600" y="4646946"/>
            <a:ext cx="1512000" cy="4909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013CA6"/>
                </a:solidFill>
              </a:rPr>
              <a:t>1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980600" y="5550000"/>
            <a:ext cx="15552000" cy="0"/>
          </a:xfrm>
          <a:prstGeom prst="line">
            <a:avLst/>
          </a:prstGeom>
          <a:ln w="254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4"/>
          <p:cNvSpPr txBox="1"/>
          <p:nvPr/>
        </p:nvSpPr>
        <p:spPr>
          <a:xfrm>
            <a:off x="2008600" y="758985"/>
            <a:ext cx="58527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altLang="en-US" sz="2800" b="1" dirty="0" smtClean="0">
                <a:solidFill>
                  <a:srgbClr val="013CA6"/>
                </a:solidFill>
              </a:rPr>
              <a:t>最大値を持つ単峰関数</a:t>
            </a:r>
            <a:r>
              <a:rPr lang="en-US" altLang="ja-JP" sz="2800" b="1" dirty="0" smtClean="0">
                <a:solidFill>
                  <a:srgbClr val="013CA6"/>
                </a:solidFill>
              </a:rPr>
              <a:t>(</a:t>
            </a:r>
            <a:r>
              <a:rPr lang="ja-JP" altLang="en-US" sz="2800" b="1" dirty="0" smtClean="0">
                <a:solidFill>
                  <a:srgbClr val="013CA6"/>
                </a:solidFill>
              </a:rPr>
              <a:t>山形</a:t>
            </a:r>
            <a:r>
              <a:rPr lang="en-US" altLang="ja-JP" sz="2800" b="1" dirty="0" smtClean="0">
                <a:solidFill>
                  <a:srgbClr val="013CA6"/>
                </a:solidFill>
              </a:rPr>
              <a:t>)</a:t>
            </a:r>
            <a:endParaRPr sz="2800" b="1" dirty="0">
              <a:solidFill>
                <a:srgbClr val="013CA6"/>
              </a:solidFill>
            </a:endParaRPr>
          </a:p>
        </p:txBody>
      </p:sp>
      <p:sp>
        <p:nvSpPr>
          <p:cNvPr id="59" name="TextBox 4"/>
          <p:cNvSpPr txBox="1"/>
          <p:nvPr/>
        </p:nvSpPr>
        <p:spPr>
          <a:xfrm>
            <a:off x="2008600" y="6473985"/>
            <a:ext cx="58527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altLang="en-US" sz="2800" b="1" dirty="0" smtClean="0">
                <a:solidFill>
                  <a:srgbClr val="013CA6"/>
                </a:solidFill>
              </a:rPr>
              <a:t>最小値を持つ単峰関数</a:t>
            </a:r>
            <a:r>
              <a:rPr lang="en-US" altLang="ja-JP" sz="2800" b="1" dirty="0" smtClean="0">
                <a:solidFill>
                  <a:srgbClr val="013CA6"/>
                </a:solidFill>
              </a:rPr>
              <a:t>(</a:t>
            </a:r>
            <a:r>
              <a:rPr lang="ja-JP" altLang="en-US" sz="2800" b="1" dirty="0">
                <a:solidFill>
                  <a:srgbClr val="013CA6"/>
                </a:solidFill>
              </a:rPr>
              <a:t>谷</a:t>
            </a:r>
            <a:r>
              <a:rPr lang="ja-JP" altLang="en-US" sz="2800" b="1" dirty="0" smtClean="0">
                <a:solidFill>
                  <a:srgbClr val="013CA6"/>
                </a:solidFill>
              </a:rPr>
              <a:t>形</a:t>
            </a:r>
            <a:r>
              <a:rPr lang="en-US" altLang="ja-JP" sz="2800" b="1" dirty="0" smtClean="0">
                <a:solidFill>
                  <a:srgbClr val="013CA6"/>
                </a:solidFill>
              </a:rPr>
              <a:t>) </a:t>
            </a:r>
            <a:endParaRPr sz="2800" b="1" dirty="0">
              <a:solidFill>
                <a:srgbClr val="013CA6"/>
              </a:solidFill>
            </a:endParaRPr>
          </a:p>
        </p:txBody>
      </p:sp>
      <p:grpSp>
        <p:nvGrpSpPr>
          <p:cNvPr id="83" name="グループ化 82"/>
          <p:cNvGrpSpPr/>
          <p:nvPr/>
        </p:nvGrpSpPr>
        <p:grpSpPr>
          <a:xfrm>
            <a:off x="9784600" y="10546962"/>
            <a:ext cx="1512000" cy="903886"/>
            <a:chOff x="2872600" y="10552446"/>
            <a:chExt cx="1512000" cy="903886"/>
          </a:xfrm>
        </p:grpSpPr>
        <p:sp>
          <p:nvSpPr>
            <p:cNvPr id="60" name="Rectangle 5"/>
            <p:cNvSpPr/>
            <p:nvPr/>
          </p:nvSpPr>
          <p:spPr>
            <a:xfrm>
              <a:off x="2872600" y="11077669"/>
              <a:ext cx="1512000" cy="378663"/>
            </a:xfrm>
            <a:prstGeom prst="rect">
              <a:avLst/>
            </a:prstGeom>
            <a:solidFill>
              <a:srgbClr val="BDE4FC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61" name="TextBox 6"/>
            <p:cNvSpPr txBox="1"/>
            <p:nvPr/>
          </p:nvSpPr>
          <p:spPr>
            <a:xfrm>
              <a:off x="2872600" y="10552446"/>
              <a:ext cx="1512000" cy="4909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400" b="0" dirty="0">
                  <a:solidFill>
                    <a:srgbClr val="013CA6"/>
                  </a:solidFill>
                </a:rPr>
                <a:t>1</a:t>
              </a:r>
            </a:p>
          </p:txBody>
        </p:sp>
      </p:grpSp>
      <p:grpSp>
        <p:nvGrpSpPr>
          <p:cNvPr id="82" name="グループ化 81"/>
          <p:cNvGrpSpPr/>
          <p:nvPr/>
        </p:nvGrpSpPr>
        <p:grpSpPr>
          <a:xfrm>
            <a:off x="6328600" y="9805662"/>
            <a:ext cx="1512000" cy="1645186"/>
            <a:chOff x="4600600" y="9811146"/>
            <a:chExt cx="1512000" cy="1645186"/>
          </a:xfrm>
        </p:grpSpPr>
        <p:sp>
          <p:nvSpPr>
            <p:cNvPr id="62" name="Rectangle 8"/>
            <p:cNvSpPr/>
            <p:nvPr/>
          </p:nvSpPr>
          <p:spPr>
            <a:xfrm>
              <a:off x="4600600" y="10320345"/>
              <a:ext cx="1512000" cy="1135987"/>
            </a:xfrm>
            <a:prstGeom prst="rect">
              <a:avLst/>
            </a:prstGeom>
            <a:solidFill>
              <a:srgbClr val="BDE4FC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63" name="TextBox 9"/>
            <p:cNvSpPr txBox="1"/>
            <p:nvPr/>
          </p:nvSpPr>
          <p:spPr>
            <a:xfrm>
              <a:off x="4600600" y="9811146"/>
              <a:ext cx="1512000" cy="4909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400" b="0" dirty="0">
                  <a:solidFill>
                    <a:srgbClr val="013CA6"/>
                  </a:solidFill>
                </a:rPr>
                <a:t>3</a:t>
              </a:r>
            </a:p>
          </p:txBody>
        </p:sp>
      </p:grpSp>
      <p:grpSp>
        <p:nvGrpSpPr>
          <p:cNvPr id="81" name="グループ化 80"/>
          <p:cNvGrpSpPr/>
          <p:nvPr/>
        </p:nvGrpSpPr>
        <p:grpSpPr>
          <a:xfrm>
            <a:off x="4600600" y="8674662"/>
            <a:ext cx="1512000" cy="2776186"/>
            <a:chOff x="6328600" y="8680146"/>
            <a:chExt cx="1512000" cy="2776186"/>
          </a:xfrm>
        </p:grpSpPr>
        <p:sp>
          <p:nvSpPr>
            <p:cNvPr id="64" name="Rectangle 11"/>
            <p:cNvSpPr/>
            <p:nvPr/>
          </p:nvSpPr>
          <p:spPr>
            <a:xfrm>
              <a:off x="6328600" y="9184356"/>
              <a:ext cx="1512000" cy="2271976"/>
            </a:xfrm>
            <a:prstGeom prst="rect">
              <a:avLst/>
            </a:prstGeom>
            <a:solidFill>
              <a:srgbClr val="BDE4FC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65" name="TextBox 12"/>
            <p:cNvSpPr txBox="1"/>
            <p:nvPr/>
          </p:nvSpPr>
          <p:spPr>
            <a:xfrm>
              <a:off x="6328600" y="8680146"/>
              <a:ext cx="1512000" cy="4909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400" b="0">
                  <a:solidFill>
                    <a:srgbClr val="013CA6"/>
                  </a:solidFill>
                </a:rPr>
                <a:t>6</a:t>
              </a:r>
            </a:p>
          </p:txBody>
        </p:sp>
      </p:grpSp>
      <p:grpSp>
        <p:nvGrpSpPr>
          <p:cNvPr id="79" name="グループ化 78"/>
          <p:cNvGrpSpPr/>
          <p:nvPr/>
        </p:nvGrpSpPr>
        <p:grpSpPr>
          <a:xfrm>
            <a:off x="16696600" y="7226601"/>
            <a:ext cx="1512000" cy="4224247"/>
            <a:chOff x="9784600" y="7232085"/>
            <a:chExt cx="1512000" cy="4224247"/>
          </a:xfrm>
        </p:grpSpPr>
        <p:sp>
          <p:nvSpPr>
            <p:cNvPr id="68" name="Rectangle 17"/>
            <p:cNvSpPr/>
            <p:nvPr/>
          </p:nvSpPr>
          <p:spPr>
            <a:xfrm>
              <a:off x="9784600" y="7669706"/>
              <a:ext cx="1512000" cy="3786626"/>
            </a:xfrm>
            <a:prstGeom prst="rect">
              <a:avLst/>
            </a:prstGeom>
            <a:solidFill>
              <a:srgbClr val="BDE4FC"/>
            </a:solidFill>
            <a:ln w="254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69" name="TextBox 18"/>
            <p:cNvSpPr txBox="1"/>
            <p:nvPr/>
          </p:nvSpPr>
          <p:spPr>
            <a:xfrm>
              <a:off x="9784600" y="7232085"/>
              <a:ext cx="1512000" cy="4196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400" dirty="0">
                  <a:solidFill>
                    <a:schemeClr val="tx2"/>
                  </a:solidFill>
                </a:rPr>
                <a:t>10</a:t>
              </a:r>
            </a:p>
          </p:txBody>
        </p:sp>
      </p:grpSp>
      <p:grpSp>
        <p:nvGrpSpPr>
          <p:cNvPr id="87" name="グループ化 86"/>
          <p:cNvGrpSpPr/>
          <p:nvPr/>
        </p:nvGrpSpPr>
        <p:grpSpPr>
          <a:xfrm>
            <a:off x="14968600" y="7920662"/>
            <a:ext cx="1512000" cy="3530186"/>
            <a:chOff x="11512600" y="7926146"/>
            <a:chExt cx="1512000" cy="3530186"/>
          </a:xfrm>
        </p:grpSpPr>
        <p:sp>
          <p:nvSpPr>
            <p:cNvPr id="70" name="Rectangle 20"/>
            <p:cNvSpPr/>
            <p:nvPr/>
          </p:nvSpPr>
          <p:spPr>
            <a:xfrm>
              <a:off x="11512600" y="8427030"/>
              <a:ext cx="1512000" cy="3029302"/>
            </a:xfrm>
            <a:prstGeom prst="rect">
              <a:avLst/>
            </a:prstGeom>
            <a:solidFill>
              <a:srgbClr val="BDE4FC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71" name="TextBox 21"/>
            <p:cNvSpPr txBox="1"/>
            <p:nvPr/>
          </p:nvSpPr>
          <p:spPr>
            <a:xfrm>
              <a:off x="11512600" y="7926146"/>
              <a:ext cx="1512000" cy="4909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400" b="0">
                  <a:solidFill>
                    <a:srgbClr val="013CA6"/>
                  </a:solidFill>
                </a:rPr>
                <a:t>8</a:t>
              </a:r>
            </a:p>
          </p:txBody>
        </p:sp>
      </p:grpSp>
      <p:grpSp>
        <p:nvGrpSpPr>
          <p:cNvPr id="86" name="グループ化 85"/>
          <p:cNvGrpSpPr/>
          <p:nvPr/>
        </p:nvGrpSpPr>
        <p:grpSpPr>
          <a:xfrm>
            <a:off x="13240600" y="9038962"/>
            <a:ext cx="1512000" cy="2411886"/>
            <a:chOff x="13240600" y="9044446"/>
            <a:chExt cx="1512000" cy="2411886"/>
          </a:xfrm>
        </p:grpSpPr>
        <p:sp>
          <p:nvSpPr>
            <p:cNvPr id="72" name="Rectangle 23"/>
            <p:cNvSpPr/>
            <p:nvPr/>
          </p:nvSpPr>
          <p:spPr>
            <a:xfrm>
              <a:off x="13240600" y="9563018"/>
              <a:ext cx="1512000" cy="1893314"/>
            </a:xfrm>
            <a:prstGeom prst="rect">
              <a:avLst/>
            </a:prstGeom>
            <a:solidFill>
              <a:srgbClr val="BDE4FC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73" name="TextBox 24"/>
            <p:cNvSpPr txBox="1"/>
            <p:nvPr/>
          </p:nvSpPr>
          <p:spPr>
            <a:xfrm>
              <a:off x="13240600" y="9044446"/>
              <a:ext cx="1512000" cy="4909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400" b="0" dirty="0">
                  <a:solidFill>
                    <a:srgbClr val="013CA6"/>
                  </a:solidFill>
                </a:rPr>
                <a:t>5</a:t>
              </a:r>
            </a:p>
          </p:txBody>
        </p:sp>
      </p:grpSp>
      <p:grpSp>
        <p:nvGrpSpPr>
          <p:cNvPr id="85" name="グループ化 84"/>
          <p:cNvGrpSpPr/>
          <p:nvPr/>
        </p:nvGrpSpPr>
        <p:grpSpPr>
          <a:xfrm>
            <a:off x="11512600" y="9805662"/>
            <a:ext cx="1512000" cy="1645186"/>
            <a:chOff x="14968600" y="9811146"/>
            <a:chExt cx="1512000" cy="1645186"/>
          </a:xfrm>
        </p:grpSpPr>
        <p:sp>
          <p:nvSpPr>
            <p:cNvPr id="74" name="Rectangle 26"/>
            <p:cNvSpPr/>
            <p:nvPr/>
          </p:nvSpPr>
          <p:spPr>
            <a:xfrm>
              <a:off x="14968600" y="10320345"/>
              <a:ext cx="1512000" cy="1135987"/>
            </a:xfrm>
            <a:prstGeom prst="rect">
              <a:avLst/>
            </a:prstGeom>
            <a:solidFill>
              <a:srgbClr val="BDE4FC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75" name="TextBox 27"/>
            <p:cNvSpPr txBox="1"/>
            <p:nvPr/>
          </p:nvSpPr>
          <p:spPr>
            <a:xfrm>
              <a:off x="14968600" y="9811146"/>
              <a:ext cx="1512000" cy="4909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400" b="0">
                  <a:solidFill>
                    <a:srgbClr val="013CA6"/>
                  </a:solidFill>
                </a:rPr>
                <a:t>3</a:t>
              </a:r>
            </a:p>
          </p:txBody>
        </p:sp>
      </p:grpSp>
      <p:grpSp>
        <p:nvGrpSpPr>
          <p:cNvPr id="84" name="グループ化 83"/>
          <p:cNvGrpSpPr/>
          <p:nvPr/>
        </p:nvGrpSpPr>
        <p:grpSpPr>
          <a:xfrm>
            <a:off x="8056600" y="10318361"/>
            <a:ext cx="1512000" cy="1132487"/>
            <a:chOff x="16696600" y="10323846"/>
            <a:chExt cx="1512000" cy="1132487"/>
          </a:xfrm>
        </p:grpSpPr>
        <p:sp>
          <p:nvSpPr>
            <p:cNvPr id="76" name="Rectangle 29"/>
            <p:cNvSpPr/>
            <p:nvPr/>
          </p:nvSpPr>
          <p:spPr>
            <a:xfrm>
              <a:off x="16696600" y="10783279"/>
              <a:ext cx="1512000" cy="673054"/>
            </a:xfrm>
            <a:prstGeom prst="rect">
              <a:avLst/>
            </a:prstGeom>
            <a:solidFill>
              <a:srgbClr val="BDE4FC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77" name="TextBox 30"/>
            <p:cNvSpPr txBox="1"/>
            <p:nvPr/>
          </p:nvSpPr>
          <p:spPr>
            <a:xfrm>
              <a:off x="16696600" y="10323846"/>
              <a:ext cx="151200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2400" dirty="0">
                  <a:solidFill>
                    <a:srgbClr val="013CA6"/>
                  </a:solidFill>
                </a:rPr>
                <a:t>2</a:t>
              </a:r>
              <a:endParaRPr sz="2400" b="0" dirty="0">
                <a:solidFill>
                  <a:srgbClr val="013CA6"/>
                </a:solidFill>
              </a:endParaRPr>
            </a:p>
          </p:txBody>
        </p:sp>
      </p:grpSp>
      <p:cxnSp>
        <p:nvCxnSpPr>
          <p:cNvPr id="78" name="Connector 33"/>
          <p:cNvCxnSpPr/>
          <p:nvPr/>
        </p:nvCxnSpPr>
        <p:spPr>
          <a:xfrm>
            <a:off x="2764600" y="11455500"/>
            <a:ext cx="15552000" cy="0"/>
          </a:xfrm>
          <a:prstGeom prst="line">
            <a:avLst/>
          </a:prstGeom>
          <a:ln w="254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/>
          <p:cNvGrpSpPr/>
          <p:nvPr/>
        </p:nvGrpSpPr>
        <p:grpSpPr>
          <a:xfrm>
            <a:off x="2980600" y="1096251"/>
            <a:ext cx="15552000" cy="3491114"/>
            <a:chOff x="2980600" y="1326585"/>
            <a:chExt cx="15552000" cy="4224247"/>
          </a:xfrm>
        </p:grpSpPr>
        <p:sp>
          <p:nvSpPr>
            <p:cNvPr id="6" name="Rectangle 5"/>
            <p:cNvSpPr/>
            <p:nvPr/>
          </p:nvSpPr>
          <p:spPr>
            <a:xfrm>
              <a:off x="3088600" y="5172169"/>
              <a:ext cx="1512000" cy="378663"/>
            </a:xfrm>
            <a:prstGeom prst="rect">
              <a:avLst/>
            </a:prstGeom>
            <a:solidFill>
              <a:srgbClr val="BDE4FC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088600" y="4646946"/>
              <a:ext cx="1512000" cy="4909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400" b="0">
                  <a:solidFill>
                    <a:srgbClr val="013CA6"/>
                  </a:solidFill>
                </a:rPr>
                <a:t>1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4816600" y="4414845"/>
              <a:ext cx="1512000" cy="1135987"/>
            </a:xfrm>
            <a:prstGeom prst="rect">
              <a:avLst/>
            </a:prstGeom>
            <a:solidFill>
              <a:srgbClr val="BDE4FC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816600" y="3905646"/>
              <a:ext cx="1512000" cy="4909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400" b="0">
                  <a:solidFill>
                    <a:srgbClr val="013CA6"/>
                  </a:solidFill>
                </a:rPr>
                <a:t>3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6544600" y="3278856"/>
              <a:ext cx="1512000" cy="2271976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544600" y="2774646"/>
              <a:ext cx="1512000" cy="4909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400" b="0">
                  <a:solidFill>
                    <a:srgbClr val="013CA6"/>
                  </a:solidFill>
                </a:rPr>
                <a:t>6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8272600" y="2142868"/>
              <a:ext cx="1512000" cy="3407964"/>
            </a:xfrm>
            <a:prstGeom prst="rect">
              <a:avLst/>
            </a:prstGeom>
            <a:solidFill>
              <a:srgbClr val="BDE4FC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272600" y="1643646"/>
              <a:ext cx="1512000" cy="4909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400" b="0">
                  <a:solidFill>
                    <a:srgbClr val="013CA6"/>
                  </a:solidFill>
                </a:rPr>
                <a:t>9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0000600" y="1764206"/>
              <a:ext cx="1512000" cy="3786626"/>
            </a:xfrm>
            <a:prstGeom prst="rect">
              <a:avLst/>
            </a:prstGeom>
            <a:solidFill>
              <a:srgbClr val="BDE4FC"/>
            </a:solidFill>
            <a:ln w="254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0000600" y="1326585"/>
              <a:ext cx="1512000" cy="4196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400" dirty="0">
                  <a:solidFill>
                    <a:schemeClr val="tx2"/>
                  </a:solidFill>
                </a:rPr>
                <a:t>10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1728600" y="2521530"/>
              <a:ext cx="1512000" cy="3029302"/>
            </a:xfrm>
            <a:prstGeom prst="rect">
              <a:avLst/>
            </a:prstGeom>
            <a:solidFill>
              <a:srgbClr val="BDE4FC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1728600" y="2020646"/>
              <a:ext cx="1512000" cy="4909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400" b="0">
                  <a:solidFill>
                    <a:srgbClr val="013CA6"/>
                  </a:solidFill>
                </a:rPr>
                <a:t>8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13456600" y="3657518"/>
              <a:ext cx="1512000" cy="1893314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3456600" y="3138946"/>
              <a:ext cx="1512000" cy="4909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400" b="0">
                  <a:solidFill>
                    <a:srgbClr val="013CA6"/>
                  </a:solidFill>
                </a:rPr>
                <a:t>5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5184600" y="4414845"/>
              <a:ext cx="1512000" cy="1135987"/>
            </a:xfrm>
            <a:prstGeom prst="rect">
              <a:avLst/>
            </a:prstGeom>
            <a:solidFill>
              <a:srgbClr val="BDE4FC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5184600" y="3905646"/>
              <a:ext cx="1512000" cy="4909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400" b="0">
                  <a:solidFill>
                    <a:srgbClr val="013CA6"/>
                  </a:solidFill>
                </a:rPr>
                <a:t>3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6912600" y="5172169"/>
              <a:ext cx="1512000" cy="378663"/>
            </a:xfrm>
            <a:prstGeom prst="rect">
              <a:avLst/>
            </a:prstGeom>
            <a:solidFill>
              <a:srgbClr val="BDE4FC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6912600" y="4646946"/>
              <a:ext cx="1512000" cy="4909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400" b="0">
                  <a:solidFill>
                    <a:srgbClr val="013CA6"/>
                  </a:solidFill>
                </a:rPr>
                <a:t>1</a:t>
              </a:r>
            </a:p>
          </p:txBody>
        </p:sp>
        <p:cxnSp>
          <p:nvCxnSpPr>
            <p:cNvPr id="34" name="Connector 33"/>
            <p:cNvCxnSpPr/>
            <p:nvPr/>
          </p:nvCxnSpPr>
          <p:spPr>
            <a:xfrm>
              <a:off x="2980600" y="5550000"/>
              <a:ext cx="15552000" cy="0"/>
            </a:xfrm>
            <a:prstGeom prst="line">
              <a:avLst/>
            </a:prstGeom>
            <a:ln w="25400">
              <a:solidFill>
                <a:srgbClr val="66666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グループ化 2"/>
          <p:cNvGrpSpPr/>
          <p:nvPr/>
        </p:nvGrpSpPr>
        <p:grpSpPr>
          <a:xfrm>
            <a:off x="3081900" y="7329687"/>
            <a:ext cx="15552000" cy="3491114"/>
            <a:chOff x="3081900" y="7318721"/>
            <a:chExt cx="15552000" cy="4224247"/>
          </a:xfrm>
        </p:grpSpPr>
        <p:sp>
          <p:nvSpPr>
            <p:cNvPr id="51" name="Rectangle 5"/>
            <p:cNvSpPr/>
            <p:nvPr/>
          </p:nvSpPr>
          <p:spPr>
            <a:xfrm>
              <a:off x="3189900" y="11164305"/>
              <a:ext cx="1512000" cy="378663"/>
            </a:xfrm>
            <a:prstGeom prst="rect">
              <a:avLst/>
            </a:prstGeom>
            <a:solidFill>
              <a:srgbClr val="BDE4FC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52" name="TextBox 6"/>
            <p:cNvSpPr txBox="1"/>
            <p:nvPr/>
          </p:nvSpPr>
          <p:spPr>
            <a:xfrm>
              <a:off x="3189900" y="10639082"/>
              <a:ext cx="1512000" cy="4909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400" b="0">
                  <a:solidFill>
                    <a:srgbClr val="013CA6"/>
                  </a:solidFill>
                </a:rPr>
                <a:t>1</a:t>
              </a:r>
            </a:p>
          </p:txBody>
        </p:sp>
        <p:sp>
          <p:nvSpPr>
            <p:cNvPr id="53" name="Rectangle 8"/>
            <p:cNvSpPr/>
            <p:nvPr/>
          </p:nvSpPr>
          <p:spPr>
            <a:xfrm>
              <a:off x="4917900" y="10406981"/>
              <a:ext cx="1512000" cy="1135987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54" name="TextBox 9"/>
            <p:cNvSpPr txBox="1"/>
            <p:nvPr/>
          </p:nvSpPr>
          <p:spPr>
            <a:xfrm>
              <a:off x="4917900" y="9897782"/>
              <a:ext cx="1512000" cy="4909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400" b="0">
                  <a:solidFill>
                    <a:srgbClr val="013CA6"/>
                  </a:solidFill>
                </a:rPr>
                <a:t>3</a:t>
              </a:r>
            </a:p>
          </p:txBody>
        </p:sp>
        <p:sp>
          <p:nvSpPr>
            <p:cNvPr id="55" name="Rectangle 11"/>
            <p:cNvSpPr/>
            <p:nvPr/>
          </p:nvSpPr>
          <p:spPr>
            <a:xfrm>
              <a:off x="6645900" y="9270992"/>
              <a:ext cx="1512000" cy="2271976"/>
            </a:xfrm>
            <a:prstGeom prst="rect">
              <a:avLst/>
            </a:prstGeom>
            <a:solidFill>
              <a:srgbClr val="BDE4FC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56" name="TextBox 12"/>
            <p:cNvSpPr txBox="1"/>
            <p:nvPr/>
          </p:nvSpPr>
          <p:spPr>
            <a:xfrm>
              <a:off x="6645900" y="8766782"/>
              <a:ext cx="1512000" cy="4909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400" b="0">
                  <a:solidFill>
                    <a:srgbClr val="013CA6"/>
                  </a:solidFill>
                </a:rPr>
                <a:t>6</a:t>
              </a:r>
            </a:p>
          </p:txBody>
        </p:sp>
        <p:sp>
          <p:nvSpPr>
            <p:cNvPr id="57" name="Rectangle 14"/>
            <p:cNvSpPr/>
            <p:nvPr/>
          </p:nvSpPr>
          <p:spPr>
            <a:xfrm>
              <a:off x="8373900" y="8135004"/>
              <a:ext cx="1512000" cy="3407964"/>
            </a:xfrm>
            <a:prstGeom prst="rect">
              <a:avLst/>
            </a:prstGeom>
            <a:solidFill>
              <a:srgbClr val="BDE4FC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88" name="TextBox 15"/>
            <p:cNvSpPr txBox="1"/>
            <p:nvPr/>
          </p:nvSpPr>
          <p:spPr>
            <a:xfrm>
              <a:off x="8373900" y="7635782"/>
              <a:ext cx="1512000" cy="4909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400" b="0">
                  <a:solidFill>
                    <a:srgbClr val="013CA6"/>
                  </a:solidFill>
                </a:rPr>
                <a:t>9</a:t>
              </a:r>
            </a:p>
          </p:txBody>
        </p:sp>
        <p:sp>
          <p:nvSpPr>
            <p:cNvPr id="89" name="Rectangle 17"/>
            <p:cNvSpPr/>
            <p:nvPr/>
          </p:nvSpPr>
          <p:spPr>
            <a:xfrm>
              <a:off x="10101900" y="7756342"/>
              <a:ext cx="1512000" cy="3786626"/>
            </a:xfrm>
            <a:prstGeom prst="rect">
              <a:avLst/>
            </a:prstGeom>
            <a:solidFill>
              <a:srgbClr val="BDE4FC"/>
            </a:solidFill>
            <a:ln w="254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90" name="TextBox 18"/>
            <p:cNvSpPr txBox="1"/>
            <p:nvPr/>
          </p:nvSpPr>
          <p:spPr>
            <a:xfrm>
              <a:off x="10101900" y="7318721"/>
              <a:ext cx="1512000" cy="4196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400" dirty="0">
                  <a:solidFill>
                    <a:schemeClr val="tx2"/>
                  </a:solidFill>
                </a:rPr>
                <a:t>10</a:t>
              </a:r>
            </a:p>
          </p:txBody>
        </p:sp>
        <p:sp>
          <p:nvSpPr>
            <p:cNvPr id="91" name="Rectangle 20"/>
            <p:cNvSpPr/>
            <p:nvPr/>
          </p:nvSpPr>
          <p:spPr>
            <a:xfrm>
              <a:off x="11829900" y="8513666"/>
              <a:ext cx="1512000" cy="3029302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92" name="TextBox 21"/>
            <p:cNvSpPr txBox="1"/>
            <p:nvPr/>
          </p:nvSpPr>
          <p:spPr>
            <a:xfrm>
              <a:off x="11829900" y="8012782"/>
              <a:ext cx="1512000" cy="4909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400" b="0">
                  <a:solidFill>
                    <a:srgbClr val="013CA6"/>
                  </a:solidFill>
                </a:rPr>
                <a:t>8</a:t>
              </a:r>
            </a:p>
          </p:txBody>
        </p:sp>
        <p:sp>
          <p:nvSpPr>
            <p:cNvPr id="93" name="Rectangle 23"/>
            <p:cNvSpPr/>
            <p:nvPr/>
          </p:nvSpPr>
          <p:spPr>
            <a:xfrm>
              <a:off x="13557900" y="9649654"/>
              <a:ext cx="1512000" cy="1893314"/>
            </a:xfrm>
            <a:prstGeom prst="rect">
              <a:avLst/>
            </a:prstGeom>
            <a:solidFill>
              <a:schemeClr val="bg2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94" name="TextBox 24"/>
            <p:cNvSpPr txBox="1"/>
            <p:nvPr/>
          </p:nvSpPr>
          <p:spPr>
            <a:xfrm>
              <a:off x="13557900" y="9131082"/>
              <a:ext cx="1512000" cy="4909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400" b="0">
                  <a:solidFill>
                    <a:srgbClr val="013CA6"/>
                  </a:solidFill>
                </a:rPr>
                <a:t>5</a:t>
              </a:r>
            </a:p>
          </p:txBody>
        </p:sp>
        <p:sp>
          <p:nvSpPr>
            <p:cNvPr id="95" name="Rectangle 26"/>
            <p:cNvSpPr/>
            <p:nvPr/>
          </p:nvSpPr>
          <p:spPr>
            <a:xfrm>
              <a:off x="15285900" y="10406981"/>
              <a:ext cx="1512000" cy="1135987"/>
            </a:xfrm>
            <a:prstGeom prst="rect">
              <a:avLst/>
            </a:prstGeom>
            <a:solidFill>
              <a:schemeClr val="bg2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96" name="TextBox 27"/>
            <p:cNvSpPr txBox="1"/>
            <p:nvPr/>
          </p:nvSpPr>
          <p:spPr>
            <a:xfrm>
              <a:off x="15285900" y="9897782"/>
              <a:ext cx="1512000" cy="4909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400" b="0">
                  <a:solidFill>
                    <a:srgbClr val="013CA6"/>
                  </a:solidFill>
                </a:rPr>
                <a:t>3</a:t>
              </a:r>
            </a:p>
          </p:txBody>
        </p:sp>
        <p:sp>
          <p:nvSpPr>
            <p:cNvPr id="97" name="Rectangle 29"/>
            <p:cNvSpPr/>
            <p:nvPr/>
          </p:nvSpPr>
          <p:spPr>
            <a:xfrm>
              <a:off x="17013900" y="11164305"/>
              <a:ext cx="1512000" cy="378663"/>
            </a:xfrm>
            <a:prstGeom prst="rect">
              <a:avLst/>
            </a:prstGeom>
            <a:solidFill>
              <a:schemeClr val="bg2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98" name="TextBox 30"/>
            <p:cNvSpPr txBox="1"/>
            <p:nvPr/>
          </p:nvSpPr>
          <p:spPr>
            <a:xfrm>
              <a:off x="17013900" y="10639082"/>
              <a:ext cx="1512000" cy="4909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400" b="0">
                  <a:solidFill>
                    <a:srgbClr val="013CA6"/>
                  </a:solidFill>
                </a:rPr>
                <a:t>1</a:t>
              </a:r>
            </a:p>
          </p:txBody>
        </p:sp>
        <p:cxnSp>
          <p:nvCxnSpPr>
            <p:cNvPr id="99" name="Connector 33"/>
            <p:cNvCxnSpPr/>
            <p:nvPr/>
          </p:nvCxnSpPr>
          <p:spPr>
            <a:xfrm>
              <a:off x="3081900" y="11542136"/>
              <a:ext cx="15552000" cy="0"/>
            </a:xfrm>
            <a:prstGeom prst="line">
              <a:avLst/>
            </a:prstGeom>
            <a:ln w="25400">
              <a:solidFill>
                <a:srgbClr val="66666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0" name="TextBox 4"/>
          <p:cNvSpPr txBox="1"/>
          <p:nvPr/>
        </p:nvSpPr>
        <p:spPr>
          <a:xfrm>
            <a:off x="1775550" y="403385"/>
            <a:ext cx="58527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ja-JP" sz="3600" b="1" dirty="0" smtClean="0">
                <a:solidFill>
                  <a:srgbClr val="013CA6"/>
                </a:solidFill>
              </a:rPr>
              <a:t>STEP1</a:t>
            </a:r>
            <a:r>
              <a:rPr lang="ja-JP" altLang="en-US" sz="3600" b="1" dirty="0" smtClean="0">
                <a:solidFill>
                  <a:srgbClr val="013CA6"/>
                </a:solidFill>
              </a:rPr>
              <a:t>： </a:t>
            </a:r>
            <a:r>
              <a:rPr lang="en-US" altLang="ja-JP" sz="3600" b="1" dirty="0" smtClean="0">
                <a:solidFill>
                  <a:srgbClr val="013CA6"/>
                </a:solidFill>
              </a:rPr>
              <a:t>lo=0, hi=8</a:t>
            </a:r>
            <a:endParaRPr sz="3600" b="1" dirty="0">
              <a:solidFill>
                <a:srgbClr val="013CA6"/>
              </a:solidFill>
            </a:endParaRPr>
          </a:p>
        </p:txBody>
      </p:sp>
      <p:sp>
        <p:nvSpPr>
          <p:cNvPr id="101" name="TextBox 4"/>
          <p:cNvSpPr txBox="1"/>
          <p:nvPr/>
        </p:nvSpPr>
        <p:spPr>
          <a:xfrm>
            <a:off x="6544600" y="4640959"/>
            <a:ext cx="330369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800" b="1" dirty="0" smtClean="0">
                <a:solidFill>
                  <a:srgbClr val="013CA6"/>
                </a:solidFill>
              </a:rPr>
              <a:t>m1 </a:t>
            </a:r>
            <a:r>
              <a:rPr lang="en-US" altLang="ja-JP" sz="2800" b="1" dirty="0">
                <a:solidFill>
                  <a:srgbClr val="013CA6"/>
                </a:solidFill>
              </a:rPr>
              <a:t>= 0 + (8 - 0) // </a:t>
            </a:r>
            <a:r>
              <a:rPr lang="en-US" altLang="ja-JP" sz="2800" b="1" dirty="0" smtClean="0">
                <a:solidFill>
                  <a:srgbClr val="013CA6"/>
                </a:solidFill>
              </a:rPr>
              <a:t>3</a:t>
            </a:r>
          </a:p>
          <a:p>
            <a:r>
              <a:rPr lang="en-US" altLang="ja-JP" sz="2800" b="1" dirty="0" smtClean="0">
                <a:solidFill>
                  <a:srgbClr val="013CA6"/>
                </a:solidFill>
              </a:rPr>
              <a:t>      =</a:t>
            </a:r>
            <a:r>
              <a:rPr lang="en-US" altLang="ja-JP" sz="2800" b="1" dirty="0" smtClean="0">
                <a:solidFill>
                  <a:srgbClr val="013CA6"/>
                </a:solidFill>
              </a:rPr>
              <a:t> 2 </a:t>
            </a:r>
          </a:p>
        </p:txBody>
      </p:sp>
      <p:sp>
        <p:nvSpPr>
          <p:cNvPr id="102" name="TextBox 4"/>
          <p:cNvSpPr txBox="1"/>
          <p:nvPr/>
        </p:nvSpPr>
        <p:spPr>
          <a:xfrm>
            <a:off x="13456600" y="4640959"/>
            <a:ext cx="330369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800" b="1" dirty="0" smtClean="0">
                <a:solidFill>
                  <a:srgbClr val="013CA6"/>
                </a:solidFill>
              </a:rPr>
              <a:t>m2 </a:t>
            </a:r>
            <a:r>
              <a:rPr lang="en-US" altLang="ja-JP" sz="2800" b="1" dirty="0">
                <a:solidFill>
                  <a:srgbClr val="013CA6"/>
                </a:solidFill>
              </a:rPr>
              <a:t>= </a:t>
            </a:r>
            <a:r>
              <a:rPr lang="en-US" altLang="ja-JP" sz="2800" b="1" dirty="0" smtClean="0">
                <a:solidFill>
                  <a:srgbClr val="013CA6"/>
                </a:solidFill>
              </a:rPr>
              <a:t>8 - </a:t>
            </a:r>
            <a:r>
              <a:rPr lang="en-US" altLang="ja-JP" sz="2800" b="1" dirty="0">
                <a:solidFill>
                  <a:srgbClr val="013CA6"/>
                </a:solidFill>
              </a:rPr>
              <a:t>(8 - 0) // </a:t>
            </a:r>
            <a:r>
              <a:rPr lang="en-US" altLang="ja-JP" sz="2800" b="1" dirty="0" smtClean="0">
                <a:solidFill>
                  <a:srgbClr val="013CA6"/>
                </a:solidFill>
              </a:rPr>
              <a:t>3</a:t>
            </a:r>
          </a:p>
          <a:p>
            <a:r>
              <a:rPr lang="en-US" altLang="ja-JP" sz="2800" b="1" dirty="0">
                <a:solidFill>
                  <a:srgbClr val="013CA6"/>
                </a:solidFill>
              </a:rPr>
              <a:t> </a:t>
            </a:r>
            <a:r>
              <a:rPr lang="en-US" altLang="ja-JP" sz="2800" b="1" dirty="0" smtClean="0">
                <a:solidFill>
                  <a:srgbClr val="013CA6"/>
                </a:solidFill>
              </a:rPr>
              <a:t>     =</a:t>
            </a:r>
            <a:r>
              <a:rPr lang="en-US" altLang="ja-JP" sz="2800" b="1" dirty="0" smtClean="0">
                <a:solidFill>
                  <a:srgbClr val="013CA6"/>
                </a:solidFill>
              </a:rPr>
              <a:t> 6</a:t>
            </a:r>
          </a:p>
        </p:txBody>
      </p:sp>
      <p:sp>
        <p:nvSpPr>
          <p:cNvPr id="103" name="TextBox 4"/>
          <p:cNvSpPr txBox="1"/>
          <p:nvPr/>
        </p:nvSpPr>
        <p:spPr>
          <a:xfrm>
            <a:off x="1775550" y="6018637"/>
            <a:ext cx="58527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ja-JP" sz="3600" b="1" dirty="0" smtClean="0">
                <a:solidFill>
                  <a:srgbClr val="013CA6"/>
                </a:solidFill>
              </a:rPr>
              <a:t>STEP2</a:t>
            </a:r>
            <a:r>
              <a:rPr lang="ja-JP" altLang="en-US" sz="3600" b="1" dirty="0" smtClean="0">
                <a:solidFill>
                  <a:srgbClr val="013CA6"/>
                </a:solidFill>
              </a:rPr>
              <a:t>： </a:t>
            </a:r>
            <a:r>
              <a:rPr lang="en-US" altLang="ja-JP" sz="3600" b="1" dirty="0" smtClean="0">
                <a:solidFill>
                  <a:srgbClr val="013CA6"/>
                </a:solidFill>
              </a:rPr>
              <a:t>lo=0, hi=5</a:t>
            </a:r>
            <a:endParaRPr sz="3600" b="1" dirty="0">
              <a:solidFill>
                <a:srgbClr val="013CA6"/>
              </a:solidFill>
            </a:endParaRPr>
          </a:p>
        </p:txBody>
      </p:sp>
      <p:sp>
        <p:nvSpPr>
          <p:cNvPr id="104" name="TextBox 4"/>
          <p:cNvSpPr txBox="1"/>
          <p:nvPr/>
        </p:nvSpPr>
        <p:spPr>
          <a:xfrm>
            <a:off x="4931400" y="10875496"/>
            <a:ext cx="330369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800" b="1" dirty="0" smtClean="0">
                <a:solidFill>
                  <a:srgbClr val="013CA6"/>
                </a:solidFill>
              </a:rPr>
              <a:t>m1 </a:t>
            </a:r>
            <a:r>
              <a:rPr lang="en-US" altLang="ja-JP" sz="2800" b="1" dirty="0">
                <a:solidFill>
                  <a:srgbClr val="013CA6"/>
                </a:solidFill>
              </a:rPr>
              <a:t>= 0 + </a:t>
            </a:r>
            <a:r>
              <a:rPr lang="en-US" altLang="ja-JP" sz="2800" b="1" dirty="0" smtClean="0">
                <a:solidFill>
                  <a:srgbClr val="013CA6"/>
                </a:solidFill>
              </a:rPr>
              <a:t>(5 </a:t>
            </a:r>
            <a:r>
              <a:rPr lang="en-US" altLang="ja-JP" sz="2800" b="1" dirty="0">
                <a:solidFill>
                  <a:srgbClr val="013CA6"/>
                </a:solidFill>
              </a:rPr>
              <a:t>- 0) // </a:t>
            </a:r>
            <a:r>
              <a:rPr lang="en-US" altLang="ja-JP" sz="2800" b="1" dirty="0" smtClean="0">
                <a:solidFill>
                  <a:srgbClr val="013CA6"/>
                </a:solidFill>
              </a:rPr>
              <a:t>3</a:t>
            </a:r>
          </a:p>
          <a:p>
            <a:r>
              <a:rPr lang="en-US" altLang="ja-JP" sz="2800" b="1" dirty="0">
                <a:solidFill>
                  <a:srgbClr val="013CA6"/>
                </a:solidFill>
              </a:rPr>
              <a:t> </a:t>
            </a:r>
            <a:r>
              <a:rPr lang="en-US" altLang="ja-JP" sz="2800" b="1" dirty="0" smtClean="0">
                <a:solidFill>
                  <a:srgbClr val="013CA6"/>
                </a:solidFill>
              </a:rPr>
              <a:t>     =</a:t>
            </a:r>
            <a:r>
              <a:rPr lang="en-US" altLang="ja-JP" sz="2800" b="1" dirty="0" smtClean="0">
                <a:solidFill>
                  <a:srgbClr val="013CA6"/>
                </a:solidFill>
              </a:rPr>
              <a:t> 1 </a:t>
            </a:r>
          </a:p>
        </p:txBody>
      </p:sp>
      <p:sp>
        <p:nvSpPr>
          <p:cNvPr id="105" name="TextBox 4"/>
          <p:cNvSpPr txBox="1"/>
          <p:nvPr/>
        </p:nvSpPr>
        <p:spPr>
          <a:xfrm>
            <a:off x="11830700" y="10875496"/>
            <a:ext cx="330369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800" b="1" dirty="0" smtClean="0">
                <a:solidFill>
                  <a:srgbClr val="013CA6"/>
                </a:solidFill>
              </a:rPr>
              <a:t>m2 </a:t>
            </a:r>
            <a:r>
              <a:rPr lang="en-US" altLang="ja-JP" sz="2800" b="1" dirty="0">
                <a:solidFill>
                  <a:srgbClr val="013CA6"/>
                </a:solidFill>
              </a:rPr>
              <a:t>= 5</a:t>
            </a:r>
            <a:r>
              <a:rPr lang="en-US" altLang="ja-JP" sz="2800" b="1" dirty="0" smtClean="0">
                <a:solidFill>
                  <a:srgbClr val="013CA6"/>
                </a:solidFill>
              </a:rPr>
              <a:t> - (5 </a:t>
            </a:r>
            <a:r>
              <a:rPr lang="en-US" altLang="ja-JP" sz="2800" b="1" dirty="0">
                <a:solidFill>
                  <a:srgbClr val="013CA6"/>
                </a:solidFill>
              </a:rPr>
              <a:t>- 0) // </a:t>
            </a:r>
            <a:r>
              <a:rPr lang="en-US" altLang="ja-JP" sz="2800" b="1" dirty="0" smtClean="0">
                <a:solidFill>
                  <a:srgbClr val="013CA6"/>
                </a:solidFill>
              </a:rPr>
              <a:t>3</a:t>
            </a:r>
          </a:p>
          <a:p>
            <a:r>
              <a:rPr lang="en-US" altLang="ja-JP" sz="2800" b="1" dirty="0">
                <a:solidFill>
                  <a:srgbClr val="013CA6"/>
                </a:solidFill>
              </a:rPr>
              <a:t> </a:t>
            </a:r>
            <a:r>
              <a:rPr lang="en-US" altLang="ja-JP" sz="2800" b="1" dirty="0" smtClean="0">
                <a:solidFill>
                  <a:srgbClr val="013CA6"/>
                </a:solidFill>
              </a:rPr>
              <a:t>     =</a:t>
            </a:r>
            <a:r>
              <a:rPr lang="en-US" altLang="ja-JP" sz="2800" b="1" dirty="0" smtClean="0">
                <a:solidFill>
                  <a:srgbClr val="013CA6"/>
                </a:solidFill>
              </a:rPr>
              <a:t> 4</a:t>
            </a:r>
          </a:p>
        </p:txBody>
      </p:sp>
      <p:sp>
        <p:nvSpPr>
          <p:cNvPr id="107" name="TextBox 4"/>
          <p:cNvSpPr txBox="1"/>
          <p:nvPr/>
        </p:nvSpPr>
        <p:spPr>
          <a:xfrm>
            <a:off x="14059900" y="1471008"/>
            <a:ext cx="43647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800" b="1" dirty="0" smtClean="0">
                <a:solidFill>
                  <a:srgbClr val="013CA6"/>
                </a:solidFill>
              </a:rPr>
              <a:t>f</a:t>
            </a:r>
            <a:r>
              <a:rPr lang="en-US" altLang="ja-JP" sz="2800" b="1" dirty="0" smtClean="0">
                <a:solidFill>
                  <a:srgbClr val="013CA6"/>
                </a:solidFill>
              </a:rPr>
              <a:t>(m1) </a:t>
            </a:r>
            <a:r>
              <a:rPr lang="en-US" altLang="ja-JP" sz="2800" b="1" dirty="0">
                <a:solidFill>
                  <a:srgbClr val="013CA6"/>
                </a:solidFill>
              </a:rPr>
              <a:t>= </a:t>
            </a:r>
            <a:r>
              <a:rPr lang="en-US" altLang="ja-JP" sz="2800" b="1" dirty="0" smtClean="0">
                <a:solidFill>
                  <a:srgbClr val="013CA6"/>
                </a:solidFill>
              </a:rPr>
              <a:t>6  &gt;  f(m2) </a:t>
            </a:r>
            <a:r>
              <a:rPr lang="en-US" altLang="ja-JP" sz="2800" b="1" dirty="0">
                <a:solidFill>
                  <a:srgbClr val="013CA6"/>
                </a:solidFill>
              </a:rPr>
              <a:t>= </a:t>
            </a:r>
            <a:r>
              <a:rPr lang="en-US" altLang="ja-JP" sz="2800" b="1" dirty="0" smtClean="0">
                <a:solidFill>
                  <a:srgbClr val="013CA6"/>
                </a:solidFill>
              </a:rPr>
              <a:t>5</a:t>
            </a:r>
            <a:r>
              <a:rPr lang="ja-JP" altLang="en-US" sz="2800" b="1" dirty="0" smtClean="0">
                <a:solidFill>
                  <a:srgbClr val="013CA6"/>
                </a:solidFill>
              </a:rPr>
              <a:t>なので、</a:t>
            </a:r>
            <a:r>
              <a:rPr lang="en-US" altLang="ja-JP" sz="2800" b="1" dirty="0" smtClean="0">
                <a:solidFill>
                  <a:srgbClr val="013CA6"/>
                </a:solidFill>
              </a:rPr>
              <a:t>m2</a:t>
            </a:r>
            <a:r>
              <a:rPr lang="ja-JP" altLang="en-US" sz="2800" b="1" dirty="0" smtClean="0">
                <a:solidFill>
                  <a:srgbClr val="013CA6"/>
                </a:solidFill>
              </a:rPr>
              <a:t>の右側に最大値はない</a:t>
            </a:r>
            <a:endParaRPr lang="en-US" altLang="ja-JP" sz="2800" b="1" dirty="0" smtClean="0">
              <a:solidFill>
                <a:srgbClr val="013CA6"/>
              </a:solidFill>
            </a:endParaRPr>
          </a:p>
        </p:txBody>
      </p:sp>
      <p:sp>
        <p:nvSpPr>
          <p:cNvPr id="108" name="TextBox 4"/>
          <p:cNvSpPr txBox="1"/>
          <p:nvPr/>
        </p:nvSpPr>
        <p:spPr>
          <a:xfrm>
            <a:off x="3491550" y="7426237"/>
            <a:ext cx="43647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800" b="1" dirty="0" smtClean="0">
                <a:solidFill>
                  <a:srgbClr val="013CA6"/>
                </a:solidFill>
              </a:rPr>
              <a:t>f</a:t>
            </a:r>
            <a:r>
              <a:rPr lang="en-US" altLang="ja-JP" sz="2800" b="1" dirty="0" smtClean="0">
                <a:solidFill>
                  <a:srgbClr val="013CA6"/>
                </a:solidFill>
              </a:rPr>
              <a:t>(m1) </a:t>
            </a:r>
            <a:r>
              <a:rPr lang="en-US" altLang="ja-JP" sz="2800" b="1" dirty="0">
                <a:solidFill>
                  <a:srgbClr val="013CA6"/>
                </a:solidFill>
              </a:rPr>
              <a:t>= 3</a:t>
            </a:r>
            <a:r>
              <a:rPr lang="en-US" altLang="ja-JP" sz="2800" b="1" dirty="0" smtClean="0">
                <a:solidFill>
                  <a:srgbClr val="013CA6"/>
                </a:solidFill>
              </a:rPr>
              <a:t>  &lt;  f(m2) </a:t>
            </a:r>
            <a:r>
              <a:rPr lang="en-US" altLang="ja-JP" sz="2800" b="1" dirty="0">
                <a:solidFill>
                  <a:srgbClr val="013CA6"/>
                </a:solidFill>
              </a:rPr>
              <a:t>= 8</a:t>
            </a:r>
            <a:r>
              <a:rPr lang="ja-JP" altLang="en-US" sz="2800" b="1" dirty="0" smtClean="0">
                <a:solidFill>
                  <a:srgbClr val="013CA6"/>
                </a:solidFill>
              </a:rPr>
              <a:t>なので、</a:t>
            </a:r>
            <a:r>
              <a:rPr lang="en-US" altLang="ja-JP" sz="2800" b="1" dirty="0" smtClean="0">
                <a:solidFill>
                  <a:srgbClr val="013CA6"/>
                </a:solidFill>
              </a:rPr>
              <a:t>m1</a:t>
            </a:r>
            <a:r>
              <a:rPr lang="ja-JP" altLang="en-US" sz="2800" b="1" dirty="0" smtClean="0">
                <a:solidFill>
                  <a:srgbClr val="013CA6"/>
                </a:solidFill>
              </a:rPr>
              <a:t>の</a:t>
            </a:r>
            <a:r>
              <a:rPr lang="ja-JP" altLang="en-US" sz="2800" b="1" dirty="0">
                <a:solidFill>
                  <a:srgbClr val="013CA6"/>
                </a:solidFill>
              </a:rPr>
              <a:t>左</a:t>
            </a:r>
            <a:r>
              <a:rPr lang="ja-JP" altLang="en-US" sz="2800" b="1" dirty="0" smtClean="0">
                <a:solidFill>
                  <a:srgbClr val="013CA6"/>
                </a:solidFill>
              </a:rPr>
              <a:t>側に最大値はない</a:t>
            </a:r>
            <a:endParaRPr lang="en-US" altLang="ja-JP" sz="2800" b="1" dirty="0" smtClean="0">
              <a:solidFill>
                <a:srgbClr val="013CA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50031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/>
          <p:cNvGrpSpPr/>
          <p:nvPr/>
        </p:nvGrpSpPr>
        <p:grpSpPr>
          <a:xfrm>
            <a:off x="2980600" y="1108951"/>
            <a:ext cx="15552000" cy="3491114"/>
            <a:chOff x="2980600" y="1326585"/>
            <a:chExt cx="15552000" cy="4224247"/>
          </a:xfrm>
        </p:grpSpPr>
        <p:sp>
          <p:nvSpPr>
            <p:cNvPr id="6" name="Rectangle 5"/>
            <p:cNvSpPr/>
            <p:nvPr/>
          </p:nvSpPr>
          <p:spPr>
            <a:xfrm>
              <a:off x="3088600" y="5172169"/>
              <a:ext cx="1512000" cy="378663"/>
            </a:xfrm>
            <a:prstGeom prst="rect">
              <a:avLst/>
            </a:prstGeom>
            <a:solidFill>
              <a:schemeClr val="bg2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088600" y="4646946"/>
              <a:ext cx="1512000" cy="4909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400" b="0">
                  <a:solidFill>
                    <a:srgbClr val="013CA6"/>
                  </a:solidFill>
                </a:rPr>
                <a:t>1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4816600" y="4414845"/>
              <a:ext cx="1512000" cy="1135987"/>
            </a:xfrm>
            <a:prstGeom prst="rect">
              <a:avLst/>
            </a:prstGeom>
            <a:solidFill>
              <a:schemeClr val="bg2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816600" y="3905646"/>
              <a:ext cx="1512000" cy="4909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400" b="0">
                  <a:solidFill>
                    <a:srgbClr val="013CA6"/>
                  </a:solidFill>
                </a:rPr>
                <a:t>3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6544600" y="3278856"/>
              <a:ext cx="1512000" cy="2271976"/>
            </a:xfrm>
            <a:prstGeom prst="rect">
              <a:avLst/>
            </a:prstGeom>
            <a:solidFill>
              <a:srgbClr val="BDE4FC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544600" y="2774646"/>
              <a:ext cx="1512000" cy="4909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400" b="0">
                  <a:solidFill>
                    <a:srgbClr val="013CA6"/>
                  </a:solidFill>
                </a:rPr>
                <a:t>6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8272600" y="2142868"/>
              <a:ext cx="1512000" cy="3407964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272600" y="1643646"/>
              <a:ext cx="1512000" cy="4909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400" b="0">
                  <a:solidFill>
                    <a:srgbClr val="013CA6"/>
                  </a:solidFill>
                </a:rPr>
                <a:t>9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0000600" y="1764206"/>
              <a:ext cx="1512000" cy="3786626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0000600" y="1326585"/>
              <a:ext cx="1512000" cy="4196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400" dirty="0">
                  <a:solidFill>
                    <a:schemeClr val="tx2"/>
                  </a:solidFill>
                </a:rPr>
                <a:t>10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1728600" y="2521530"/>
              <a:ext cx="1512000" cy="3029302"/>
            </a:xfrm>
            <a:prstGeom prst="rect">
              <a:avLst/>
            </a:prstGeom>
            <a:solidFill>
              <a:srgbClr val="BDE4FC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1728600" y="2020646"/>
              <a:ext cx="1512000" cy="4909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400" b="0">
                  <a:solidFill>
                    <a:srgbClr val="013CA6"/>
                  </a:solidFill>
                </a:rPr>
                <a:t>8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13456600" y="3657518"/>
              <a:ext cx="1512000" cy="1893314"/>
            </a:xfrm>
            <a:prstGeom prst="rect">
              <a:avLst/>
            </a:prstGeom>
            <a:solidFill>
              <a:schemeClr val="bg2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3456600" y="3138946"/>
              <a:ext cx="1512000" cy="4909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400" b="0">
                  <a:solidFill>
                    <a:srgbClr val="013CA6"/>
                  </a:solidFill>
                </a:rPr>
                <a:t>5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5184600" y="4414845"/>
              <a:ext cx="1512000" cy="1135987"/>
            </a:xfrm>
            <a:prstGeom prst="rect">
              <a:avLst/>
            </a:prstGeom>
            <a:solidFill>
              <a:schemeClr val="bg2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5184600" y="3905646"/>
              <a:ext cx="1512000" cy="4909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400" b="0">
                  <a:solidFill>
                    <a:srgbClr val="013CA6"/>
                  </a:solidFill>
                </a:rPr>
                <a:t>3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6912600" y="5172169"/>
              <a:ext cx="1512000" cy="378663"/>
            </a:xfrm>
            <a:prstGeom prst="rect">
              <a:avLst/>
            </a:prstGeom>
            <a:solidFill>
              <a:schemeClr val="bg2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6912600" y="4646946"/>
              <a:ext cx="1512000" cy="4909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400" b="0">
                  <a:solidFill>
                    <a:srgbClr val="013CA6"/>
                  </a:solidFill>
                </a:rPr>
                <a:t>1</a:t>
              </a:r>
            </a:p>
          </p:txBody>
        </p:sp>
        <p:cxnSp>
          <p:nvCxnSpPr>
            <p:cNvPr id="34" name="Connector 33"/>
            <p:cNvCxnSpPr/>
            <p:nvPr/>
          </p:nvCxnSpPr>
          <p:spPr>
            <a:xfrm>
              <a:off x="2980600" y="5550000"/>
              <a:ext cx="15552000" cy="0"/>
            </a:xfrm>
            <a:prstGeom prst="line">
              <a:avLst/>
            </a:prstGeom>
            <a:ln w="25400">
              <a:solidFill>
                <a:srgbClr val="66666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グループ化 2"/>
          <p:cNvGrpSpPr/>
          <p:nvPr/>
        </p:nvGrpSpPr>
        <p:grpSpPr>
          <a:xfrm>
            <a:off x="3081900" y="7316987"/>
            <a:ext cx="15552000" cy="3491114"/>
            <a:chOff x="3081900" y="7318721"/>
            <a:chExt cx="15552000" cy="4224247"/>
          </a:xfrm>
        </p:grpSpPr>
        <p:sp>
          <p:nvSpPr>
            <p:cNvPr id="51" name="Rectangle 5"/>
            <p:cNvSpPr/>
            <p:nvPr/>
          </p:nvSpPr>
          <p:spPr>
            <a:xfrm>
              <a:off x="3189900" y="11164305"/>
              <a:ext cx="1512000" cy="378663"/>
            </a:xfrm>
            <a:prstGeom prst="rect">
              <a:avLst/>
            </a:prstGeom>
            <a:solidFill>
              <a:schemeClr val="bg2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52" name="TextBox 6"/>
            <p:cNvSpPr txBox="1"/>
            <p:nvPr/>
          </p:nvSpPr>
          <p:spPr>
            <a:xfrm>
              <a:off x="3189900" y="10639082"/>
              <a:ext cx="1512000" cy="4909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400" b="0">
                  <a:solidFill>
                    <a:srgbClr val="013CA6"/>
                  </a:solidFill>
                </a:rPr>
                <a:t>1</a:t>
              </a:r>
            </a:p>
          </p:txBody>
        </p:sp>
        <p:sp>
          <p:nvSpPr>
            <p:cNvPr id="53" name="Rectangle 8"/>
            <p:cNvSpPr/>
            <p:nvPr/>
          </p:nvSpPr>
          <p:spPr>
            <a:xfrm>
              <a:off x="4917900" y="10406981"/>
              <a:ext cx="1512000" cy="1135987"/>
            </a:xfrm>
            <a:prstGeom prst="rect">
              <a:avLst/>
            </a:prstGeom>
            <a:solidFill>
              <a:schemeClr val="bg2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54" name="TextBox 9"/>
            <p:cNvSpPr txBox="1"/>
            <p:nvPr/>
          </p:nvSpPr>
          <p:spPr>
            <a:xfrm>
              <a:off x="4917900" y="9897782"/>
              <a:ext cx="1512000" cy="4909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400" b="0">
                  <a:solidFill>
                    <a:srgbClr val="013CA6"/>
                  </a:solidFill>
                </a:rPr>
                <a:t>3</a:t>
              </a:r>
            </a:p>
          </p:txBody>
        </p:sp>
        <p:sp>
          <p:nvSpPr>
            <p:cNvPr id="55" name="Rectangle 11"/>
            <p:cNvSpPr/>
            <p:nvPr/>
          </p:nvSpPr>
          <p:spPr>
            <a:xfrm>
              <a:off x="6645900" y="9270992"/>
              <a:ext cx="1512000" cy="2271976"/>
            </a:xfrm>
            <a:prstGeom prst="rect">
              <a:avLst/>
            </a:prstGeom>
            <a:solidFill>
              <a:schemeClr val="bg2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56" name="TextBox 12"/>
            <p:cNvSpPr txBox="1"/>
            <p:nvPr/>
          </p:nvSpPr>
          <p:spPr>
            <a:xfrm>
              <a:off x="6645900" y="8766782"/>
              <a:ext cx="1512000" cy="4909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400" b="0">
                  <a:solidFill>
                    <a:srgbClr val="013CA6"/>
                  </a:solidFill>
                </a:rPr>
                <a:t>6</a:t>
              </a:r>
            </a:p>
          </p:txBody>
        </p:sp>
        <p:sp>
          <p:nvSpPr>
            <p:cNvPr id="57" name="Rectangle 14"/>
            <p:cNvSpPr/>
            <p:nvPr/>
          </p:nvSpPr>
          <p:spPr>
            <a:xfrm>
              <a:off x="8373900" y="8135004"/>
              <a:ext cx="1512000" cy="3407964"/>
            </a:xfrm>
            <a:prstGeom prst="rect">
              <a:avLst/>
            </a:prstGeom>
            <a:solidFill>
              <a:schemeClr val="bg2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88" name="TextBox 15"/>
            <p:cNvSpPr txBox="1"/>
            <p:nvPr/>
          </p:nvSpPr>
          <p:spPr>
            <a:xfrm>
              <a:off x="8373900" y="7635782"/>
              <a:ext cx="1512000" cy="4909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400" b="0">
                  <a:solidFill>
                    <a:srgbClr val="013CA6"/>
                  </a:solidFill>
                </a:rPr>
                <a:t>9</a:t>
              </a:r>
            </a:p>
          </p:txBody>
        </p:sp>
        <p:sp>
          <p:nvSpPr>
            <p:cNvPr id="89" name="Rectangle 17"/>
            <p:cNvSpPr/>
            <p:nvPr/>
          </p:nvSpPr>
          <p:spPr>
            <a:xfrm>
              <a:off x="10101900" y="7756342"/>
              <a:ext cx="1512000" cy="3786626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90" name="TextBox 18"/>
            <p:cNvSpPr txBox="1"/>
            <p:nvPr/>
          </p:nvSpPr>
          <p:spPr>
            <a:xfrm>
              <a:off x="10101900" y="7318721"/>
              <a:ext cx="1512000" cy="4196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400" dirty="0">
                  <a:solidFill>
                    <a:schemeClr val="tx2"/>
                  </a:solidFill>
                </a:rPr>
                <a:t>10</a:t>
              </a:r>
            </a:p>
          </p:txBody>
        </p:sp>
        <p:sp>
          <p:nvSpPr>
            <p:cNvPr id="91" name="Rectangle 20"/>
            <p:cNvSpPr/>
            <p:nvPr/>
          </p:nvSpPr>
          <p:spPr>
            <a:xfrm>
              <a:off x="11829900" y="8513666"/>
              <a:ext cx="1512000" cy="3029302"/>
            </a:xfrm>
            <a:prstGeom prst="rect">
              <a:avLst/>
            </a:prstGeom>
            <a:solidFill>
              <a:srgbClr val="BDE4FC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92" name="TextBox 21"/>
            <p:cNvSpPr txBox="1"/>
            <p:nvPr/>
          </p:nvSpPr>
          <p:spPr>
            <a:xfrm>
              <a:off x="11829900" y="8012782"/>
              <a:ext cx="1512000" cy="4909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400" b="0">
                  <a:solidFill>
                    <a:srgbClr val="013CA6"/>
                  </a:solidFill>
                </a:rPr>
                <a:t>8</a:t>
              </a:r>
            </a:p>
          </p:txBody>
        </p:sp>
        <p:sp>
          <p:nvSpPr>
            <p:cNvPr id="93" name="Rectangle 23"/>
            <p:cNvSpPr/>
            <p:nvPr/>
          </p:nvSpPr>
          <p:spPr>
            <a:xfrm>
              <a:off x="13557900" y="9649654"/>
              <a:ext cx="1512000" cy="1893314"/>
            </a:xfrm>
            <a:prstGeom prst="rect">
              <a:avLst/>
            </a:prstGeom>
            <a:solidFill>
              <a:schemeClr val="bg2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94" name="TextBox 24"/>
            <p:cNvSpPr txBox="1"/>
            <p:nvPr/>
          </p:nvSpPr>
          <p:spPr>
            <a:xfrm>
              <a:off x="13557900" y="9131082"/>
              <a:ext cx="1512000" cy="4909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400" b="0">
                  <a:solidFill>
                    <a:srgbClr val="013CA6"/>
                  </a:solidFill>
                </a:rPr>
                <a:t>5</a:t>
              </a:r>
            </a:p>
          </p:txBody>
        </p:sp>
        <p:sp>
          <p:nvSpPr>
            <p:cNvPr id="95" name="Rectangle 26"/>
            <p:cNvSpPr/>
            <p:nvPr/>
          </p:nvSpPr>
          <p:spPr>
            <a:xfrm>
              <a:off x="15285900" y="10406981"/>
              <a:ext cx="1512000" cy="1135987"/>
            </a:xfrm>
            <a:prstGeom prst="rect">
              <a:avLst/>
            </a:prstGeom>
            <a:solidFill>
              <a:schemeClr val="bg2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96" name="TextBox 27"/>
            <p:cNvSpPr txBox="1"/>
            <p:nvPr/>
          </p:nvSpPr>
          <p:spPr>
            <a:xfrm>
              <a:off x="15285900" y="9897782"/>
              <a:ext cx="1512000" cy="4909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400" b="0">
                  <a:solidFill>
                    <a:srgbClr val="013CA6"/>
                  </a:solidFill>
                </a:rPr>
                <a:t>3</a:t>
              </a:r>
            </a:p>
          </p:txBody>
        </p:sp>
        <p:sp>
          <p:nvSpPr>
            <p:cNvPr id="97" name="Rectangle 29"/>
            <p:cNvSpPr/>
            <p:nvPr/>
          </p:nvSpPr>
          <p:spPr>
            <a:xfrm>
              <a:off x="17013900" y="11164305"/>
              <a:ext cx="1512000" cy="378663"/>
            </a:xfrm>
            <a:prstGeom prst="rect">
              <a:avLst/>
            </a:prstGeom>
            <a:solidFill>
              <a:schemeClr val="bg2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98" name="TextBox 30"/>
            <p:cNvSpPr txBox="1"/>
            <p:nvPr/>
          </p:nvSpPr>
          <p:spPr>
            <a:xfrm>
              <a:off x="17013900" y="10639082"/>
              <a:ext cx="1512000" cy="4909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400" b="0">
                  <a:solidFill>
                    <a:srgbClr val="013CA6"/>
                  </a:solidFill>
                </a:rPr>
                <a:t>1</a:t>
              </a:r>
            </a:p>
          </p:txBody>
        </p:sp>
        <p:cxnSp>
          <p:nvCxnSpPr>
            <p:cNvPr id="99" name="Connector 33"/>
            <p:cNvCxnSpPr/>
            <p:nvPr/>
          </p:nvCxnSpPr>
          <p:spPr>
            <a:xfrm>
              <a:off x="3081900" y="11542136"/>
              <a:ext cx="15552000" cy="0"/>
            </a:xfrm>
            <a:prstGeom prst="line">
              <a:avLst/>
            </a:prstGeom>
            <a:ln w="25400">
              <a:solidFill>
                <a:srgbClr val="66666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0" name="TextBox 4"/>
          <p:cNvSpPr txBox="1"/>
          <p:nvPr/>
        </p:nvSpPr>
        <p:spPr>
          <a:xfrm>
            <a:off x="1775550" y="403385"/>
            <a:ext cx="58527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ja-JP" sz="3600" b="1" dirty="0" smtClean="0">
                <a:solidFill>
                  <a:srgbClr val="013CA6"/>
                </a:solidFill>
              </a:rPr>
              <a:t>STEP3</a:t>
            </a:r>
            <a:r>
              <a:rPr lang="ja-JP" altLang="en-US" sz="3600" b="1" dirty="0" smtClean="0">
                <a:solidFill>
                  <a:srgbClr val="013CA6"/>
                </a:solidFill>
              </a:rPr>
              <a:t>： </a:t>
            </a:r>
            <a:r>
              <a:rPr lang="en-US" altLang="ja-JP" sz="3600" b="1" dirty="0" smtClean="0">
                <a:solidFill>
                  <a:srgbClr val="013CA6"/>
                </a:solidFill>
              </a:rPr>
              <a:t>lo=2, hi=5</a:t>
            </a:r>
            <a:endParaRPr sz="3600" b="1" dirty="0">
              <a:solidFill>
                <a:srgbClr val="013CA6"/>
              </a:solidFill>
            </a:endParaRPr>
          </a:p>
        </p:txBody>
      </p:sp>
      <p:sp>
        <p:nvSpPr>
          <p:cNvPr id="101" name="TextBox 4"/>
          <p:cNvSpPr txBox="1"/>
          <p:nvPr/>
        </p:nvSpPr>
        <p:spPr>
          <a:xfrm>
            <a:off x="7255800" y="4640959"/>
            <a:ext cx="330369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800" b="1" dirty="0" smtClean="0">
                <a:solidFill>
                  <a:srgbClr val="013CA6"/>
                </a:solidFill>
              </a:rPr>
              <a:t>m1 </a:t>
            </a:r>
            <a:r>
              <a:rPr lang="en-US" altLang="ja-JP" sz="2800" b="1" dirty="0">
                <a:solidFill>
                  <a:srgbClr val="013CA6"/>
                </a:solidFill>
              </a:rPr>
              <a:t>= </a:t>
            </a:r>
            <a:r>
              <a:rPr lang="en-US" altLang="ja-JP" sz="2800" b="1" dirty="0" smtClean="0">
                <a:solidFill>
                  <a:srgbClr val="013CA6"/>
                </a:solidFill>
              </a:rPr>
              <a:t>2 </a:t>
            </a:r>
            <a:r>
              <a:rPr lang="en-US" altLang="ja-JP" sz="2800" b="1" dirty="0">
                <a:solidFill>
                  <a:srgbClr val="013CA6"/>
                </a:solidFill>
              </a:rPr>
              <a:t>+ </a:t>
            </a:r>
            <a:r>
              <a:rPr lang="en-US" altLang="ja-JP" sz="2800" b="1" dirty="0" smtClean="0">
                <a:solidFill>
                  <a:srgbClr val="013CA6"/>
                </a:solidFill>
              </a:rPr>
              <a:t>(5 </a:t>
            </a:r>
            <a:r>
              <a:rPr lang="en-US" altLang="ja-JP" sz="2800" b="1" dirty="0">
                <a:solidFill>
                  <a:srgbClr val="013CA6"/>
                </a:solidFill>
              </a:rPr>
              <a:t>- </a:t>
            </a:r>
            <a:r>
              <a:rPr lang="en-US" altLang="ja-JP" sz="2800" b="1" dirty="0" smtClean="0">
                <a:solidFill>
                  <a:srgbClr val="013CA6"/>
                </a:solidFill>
              </a:rPr>
              <a:t>2) </a:t>
            </a:r>
            <a:r>
              <a:rPr lang="en-US" altLang="ja-JP" sz="2800" b="1" dirty="0">
                <a:solidFill>
                  <a:srgbClr val="013CA6"/>
                </a:solidFill>
              </a:rPr>
              <a:t>// </a:t>
            </a:r>
            <a:r>
              <a:rPr lang="en-US" altLang="ja-JP" sz="2800" b="1" dirty="0" smtClean="0">
                <a:solidFill>
                  <a:srgbClr val="013CA6"/>
                </a:solidFill>
              </a:rPr>
              <a:t>3</a:t>
            </a:r>
          </a:p>
          <a:p>
            <a:r>
              <a:rPr lang="en-US" altLang="ja-JP" sz="2800" b="1" dirty="0">
                <a:solidFill>
                  <a:srgbClr val="013CA6"/>
                </a:solidFill>
              </a:rPr>
              <a:t> </a:t>
            </a:r>
            <a:r>
              <a:rPr lang="en-US" altLang="ja-JP" sz="2800" b="1" dirty="0" smtClean="0">
                <a:solidFill>
                  <a:srgbClr val="013CA6"/>
                </a:solidFill>
              </a:rPr>
              <a:t>     =</a:t>
            </a:r>
            <a:r>
              <a:rPr lang="en-US" altLang="ja-JP" sz="2800" b="1" dirty="0" smtClean="0">
                <a:solidFill>
                  <a:srgbClr val="013CA6"/>
                </a:solidFill>
              </a:rPr>
              <a:t> 3 </a:t>
            </a:r>
          </a:p>
        </p:txBody>
      </p:sp>
      <p:sp>
        <p:nvSpPr>
          <p:cNvPr id="102" name="TextBox 4"/>
          <p:cNvSpPr txBox="1"/>
          <p:nvPr/>
        </p:nvSpPr>
        <p:spPr>
          <a:xfrm>
            <a:off x="10688000" y="4640959"/>
            <a:ext cx="330369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800" b="1" dirty="0" smtClean="0">
                <a:solidFill>
                  <a:srgbClr val="013CA6"/>
                </a:solidFill>
              </a:rPr>
              <a:t>m2 </a:t>
            </a:r>
            <a:r>
              <a:rPr lang="en-US" altLang="ja-JP" sz="2800" b="1" dirty="0">
                <a:solidFill>
                  <a:srgbClr val="013CA6"/>
                </a:solidFill>
              </a:rPr>
              <a:t>= 5</a:t>
            </a:r>
            <a:r>
              <a:rPr lang="en-US" altLang="ja-JP" sz="2800" b="1" dirty="0" smtClean="0">
                <a:solidFill>
                  <a:srgbClr val="013CA6"/>
                </a:solidFill>
              </a:rPr>
              <a:t> - (5 </a:t>
            </a:r>
            <a:r>
              <a:rPr lang="en-US" altLang="ja-JP" sz="2800" b="1" dirty="0">
                <a:solidFill>
                  <a:srgbClr val="013CA6"/>
                </a:solidFill>
              </a:rPr>
              <a:t>- </a:t>
            </a:r>
            <a:r>
              <a:rPr lang="en-US" altLang="ja-JP" sz="2800" b="1" dirty="0" smtClean="0">
                <a:solidFill>
                  <a:srgbClr val="013CA6"/>
                </a:solidFill>
              </a:rPr>
              <a:t>2) </a:t>
            </a:r>
            <a:r>
              <a:rPr lang="en-US" altLang="ja-JP" sz="2800" b="1" dirty="0">
                <a:solidFill>
                  <a:srgbClr val="013CA6"/>
                </a:solidFill>
              </a:rPr>
              <a:t>// </a:t>
            </a:r>
            <a:r>
              <a:rPr lang="en-US" altLang="ja-JP" sz="2800" b="1" dirty="0" smtClean="0">
                <a:solidFill>
                  <a:srgbClr val="013CA6"/>
                </a:solidFill>
              </a:rPr>
              <a:t>3</a:t>
            </a:r>
          </a:p>
          <a:p>
            <a:r>
              <a:rPr lang="en-US" altLang="ja-JP" sz="2800" b="1" dirty="0">
                <a:solidFill>
                  <a:srgbClr val="013CA6"/>
                </a:solidFill>
              </a:rPr>
              <a:t> </a:t>
            </a:r>
            <a:r>
              <a:rPr lang="en-US" altLang="ja-JP" sz="2800" b="1" dirty="0" smtClean="0">
                <a:solidFill>
                  <a:srgbClr val="013CA6"/>
                </a:solidFill>
              </a:rPr>
              <a:t>     =</a:t>
            </a:r>
            <a:r>
              <a:rPr lang="en-US" altLang="ja-JP" sz="2800" b="1" dirty="0" smtClean="0">
                <a:solidFill>
                  <a:srgbClr val="013CA6"/>
                </a:solidFill>
              </a:rPr>
              <a:t> 4</a:t>
            </a:r>
          </a:p>
        </p:txBody>
      </p:sp>
      <p:sp>
        <p:nvSpPr>
          <p:cNvPr id="103" name="TextBox 4"/>
          <p:cNvSpPr txBox="1"/>
          <p:nvPr/>
        </p:nvSpPr>
        <p:spPr>
          <a:xfrm>
            <a:off x="1775550" y="6018637"/>
            <a:ext cx="58527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ja-JP" sz="3600" b="1" dirty="0" smtClean="0">
                <a:solidFill>
                  <a:srgbClr val="013CA6"/>
                </a:solidFill>
              </a:rPr>
              <a:t>STEP4</a:t>
            </a:r>
            <a:r>
              <a:rPr lang="ja-JP" altLang="en-US" sz="3600" b="1" dirty="0" smtClean="0">
                <a:solidFill>
                  <a:srgbClr val="013CA6"/>
                </a:solidFill>
              </a:rPr>
              <a:t>： </a:t>
            </a:r>
            <a:r>
              <a:rPr lang="en-US" altLang="ja-JP" sz="3600" b="1" dirty="0" smtClean="0">
                <a:solidFill>
                  <a:srgbClr val="013CA6"/>
                </a:solidFill>
              </a:rPr>
              <a:t>lo=4, hi=5</a:t>
            </a:r>
            <a:endParaRPr sz="3600" b="1" dirty="0">
              <a:solidFill>
                <a:srgbClr val="013CA6"/>
              </a:solidFill>
            </a:endParaRPr>
          </a:p>
        </p:txBody>
      </p:sp>
      <p:sp>
        <p:nvSpPr>
          <p:cNvPr id="48" name="TextBox 4"/>
          <p:cNvSpPr txBox="1"/>
          <p:nvPr/>
        </p:nvSpPr>
        <p:spPr>
          <a:xfrm>
            <a:off x="12571900" y="7130875"/>
            <a:ext cx="58527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800" b="1" dirty="0">
                <a:solidFill>
                  <a:srgbClr val="013CA6"/>
                </a:solidFill>
              </a:rPr>
              <a:t>要素</a:t>
            </a:r>
            <a:r>
              <a:rPr lang="ja-JP" altLang="en-US" sz="2800" b="1" dirty="0" smtClean="0">
                <a:solidFill>
                  <a:srgbClr val="013CA6"/>
                </a:solidFill>
              </a:rPr>
              <a:t>数が</a:t>
            </a:r>
            <a:r>
              <a:rPr lang="en-US" altLang="ja-JP" sz="2800" b="1" dirty="0" smtClean="0">
                <a:solidFill>
                  <a:srgbClr val="013CA6"/>
                </a:solidFill>
              </a:rPr>
              <a:t>2</a:t>
            </a:r>
            <a:r>
              <a:rPr lang="ja-JP" altLang="en-US" sz="2800" b="1" dirty="0" smtClean="0">
                <a:solidFill>
                  <a:srgbClr val="013CA6"/>
                </a:solidFill>
              </a:rPr>
              <a:t>個</a:t>
            </a:r>
            <a:r>
              <a:rPr lang="en-US" altLang="ja-JP" sz="2800" b="1" dirty="0" smtClean="0">
                <a:solidFill>
                  <a:srgbClr val="013CA6"/>
                </a:solidFill>
              </a:rPr>
              <a:t>(5-4 )</a:t>
            </a:r>
            <a:r>
              <a:rPr lang="ja-JP" altLang="en-US" sz="2800" b="1" dirty="0" smtClean="0">
                <a:solidFill>
                  <a:srgbClr val="013CA6"/>
                </a:solidFill>
              </a:rPr>
              <a:t>になったので、</a:t>
            </a:r>
            <a:endParaRPr lang="en-US" altLang="ja-JP" sz="2800" b="1" dirty="0" smtClean="0">
              <a:solidFill>
                <a:srgbClr val="013CA6"/>
              </a:solidFill>
            </a:endParaRPr>
          </a:p>
          <a:p>
            <a:r>
              <a:rPr lang="ja-JP" altLang="en-US" sz="2800" b="1" dirty="0" smtClean="0">
                <a:solidFill>
                  <a:srgbClr val="013CA6"/>
                </a:solidFill>
              </a:rPr>
              <a:t>単純に比較して、最大値を見つける</a:t>
            </a:r>
            <a:endParaRPr lang="en-US" altLang="ja-JP" sz="2800" b="1" dirty="0" smtClean="0">
              <a:solidFill>
                <a:srgbClr val="013CA6"/>
              </a:solidFill>
            </a:endParaRPr>
          </a:p>
        </p:txBody>
      </p:sp>
      <p:sp>
        <p:nvSpPr>
          <p:cNvPr id="50" name="TextBox 4"/>
          <p:cNvSpPr txBox="1"/>
          <p:nvPr/>
        </p:nvSpPr>
        <p:spPr>
          <a:xfrm>
            <a:off x="3473665" y="1357311"/>
            <a:ext cx="480117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800" b="1" dirty="0" smtClean="0">
                <a:solidFill>
                  <a:srgbClr val="013CA6"/>
                </a:solidFill>
              </a:rPr>
              <a:t>f</a:t>
            </a:r>
            <a:r>
              <a:rPr lang="en-US" altLang="ja-JP" sz="2800" b="1" dirty="0" smtClean="0">
                <a:solidFill>
                  <a:srgbClr val="013CA6"/>
                </a:solidFill>
              </a:rPr>
              <a:t>(m1) </a:t>
            </a:r>
            <a:r>
              <a:rPr lang="en-US" altLang="ja-JP" sz="2800" b="1" dirty="0">
                <a:solidFill>
                  <a:srgbClr val="013CA6"/>
                </a:solidFill>
              </a:rPr>
              <a:t>= </a:t>
            </a:r>
            <a:r>
              <a:rPr lang="en-US" altLang="ja-JP" sz="2800" b="1" dirty="0" smtClean="0">
                <a:solidFill>
                  <a:srgbClr val="013CA6"/>
                </a:solidFill>
              </a:rPr>
              <a:t>9  &lt;  f(m2) </a:t>
            </a:r>
            <a:r>
              <a:rPr lang="en-US" altLang="ja-JP" sz="2800" b="1" dirty="0">
                <a:solidFill>
                  <a:srgbClr val="013CA6"/>
                </a:solidFill>
              </a:rPr>
              <a:t>= </a:t>
            </a:r>
            <a:r>
              <a:rPr lang="en-US" altLang="ja-JP" sz="2800" b="1" dirty="0" smtClean="0">
                <a:solidFill>
                  <a:srgbClr val="013CA6"/>
                </a:solidFill>
              </a:rPr>
              <a:t>10</a:t>
            </a:r>
            <a:r>
              <a:rPr lang="ja-JP" altLang="en-US" sz="2800" b="1" dirty="0" smtClean="0">
                <a:solidFill>
                  <a:srgbClr val="013CA6"/>
                </a:solidFill>
              </a:rPr>
              <a:t>なので、</a:t>
            </a:r>
            <a:r>
              <a:rPr lang="en-US" altLang="ja-JP" sz="2800" b="1" dirty="0" smtClean="0">
                <a:solidFill>
                  <a:srgbClr val="013CA6"/>
                </a:solidFill>
              </a:rPr>
              <a:t>m1</a:t>
            </a:r>
            <a:r>
              <a:rPr lang="ja-JP" altLang="en-US" sz="2800" b="1" dirty="0" smtClean="0">
                <a:solidFill>
                  <a:srgbClr val="013CA6"/>
                </a:solidFill>
              </a:rPr>
              <a:t>の</a:t>
            </a:r>
            <a:r>
              <a:rPr lang="ja-JP" altLang="en-US" sz="2800" b="1" dirty="0">
                <a:solidFill>
                  <a:srgbClr val="013CA6"/>
                </a:solidFill>
              </a:rPr>
              <a:t>左</a:t>
            </a:r>
            <a:r>
              <a:rPr lang="ja-JP" altLang="en-US" sz="2800" b="1" dirty="0" smtClean="0">
                <a:solidFill>
                  <a:srgbClr val="013CA6"/>
                </a:solidFill>
              </a:rPr>
              <a:t>側に最大値はない</a:t>
            </a:r>
            <a:endParaRPr lang="en-US" altLang="ja-JP" sz="2800" b="1" dirty="0" smtClean="0">
              <a:solidFill>
                <a:srgbClr val="013CA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45106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290</Words>
  <Application>Microsoft Office PowerPoint</Application>
  <PresentationFormat>ユーザー設定</PresentationFormat>
  <Paragraphs>77</Paragraphs>
  <Slides>3</Slides>
  <Notes>0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4" baseType="lpstr">
      <vt:lpstr>Office Theme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shining</dc:creator>
  <dc:description>generated using python-pptx</dc:description>
  <cp:lastModifiedBy>shining</cp:lastModifiedBy>
  <cp:revision>27</cp:revision>
  <dcterms:created xsi:type="dcterms:W3CDTF">2013-01-27T09:14:16Z</dcterms:created>
  <dcterms:modified xsi:type="dcterms:W3CDTF">2026-06-03T15:48:21Z</dcterms:modified>
</cp:coreProperties>
</file>