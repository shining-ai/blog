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最近点対 (Closest Pair) — 分割統治で O(n log 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08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05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分割統治の概念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40000" y="1620000"/>
            <a:ext cx="0" cy="9360000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12000" y="1655999"/>
            <a:ext cx="1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BA81A"/>
                </a:solidFill>
              </a:rPr>
              <a:t>中線 x=5</a:t>
            </a:r>
          </a:p>
        </p:txBody>
      </p:sp>
      <p:sp>
        <p:nvSpPr>
          <p:cNvPr id="8" name="Rectangle 7"/>
          <p:cNvSpPr/>
          <p:nvPr/>
        </p:nvSpPr>
        <p:spPr>
          <a:xfrm>
            <a:off x="900000" y="1800000"/>
            <a:ext cx="5940000" cy="88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40000" y="1800000"/>
            <a:ext cx="5940000" cy="882000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000" y="1872000"/>
            <a:ext cx="288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13CA6"/>
                </a:solidFill>
              </a:rPr>
              <a:t>左半分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8000" y="1872000"/>
            <a:ext cx="288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0B050"/>
                </a:solidFill>
              </a:rPr>
              <a:t>右半分</a:t>
            </a:r>
          </a:p>
        </p:txBody>
      </p:sp>
      <p:sp>
        <p:nvSpPr>
          <p:cNvPr id="12" name="Oval 11"/>
          <p:cNvSpPr/>
          <p:nvPr/>
        </p:nvSpPr>
        <p:spPr>
          <a:xfrm>
            <a:off x="1951200" y="2347200"/>
            <a:ext cx="273600" cy="2736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39200" y="4723200"/>
            <a:ext cx="273600" cy="2736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27199" y="1159200"/>
            <a:ext cx="273600" cy="2736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15200" y="7099200"/>
            <a:ext cx="273600" cy="2736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03200" y="3535200"/>
            <a:ext cx="273600" cy="2736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91199" y="5911200"/>
            <a:ext cx="273600" cy="273600"/>
          </a:xfrm>
          <a:prstGeom prst="ellipse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79200" y="2347200"/>
            <a:ext cx="273600" cy="273600"/>
          </a:xfrm>
          <a:prstGeom prst="ellipse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67200" y="8287200"/>
            <a:ext cx="273600" cy="273600"/>
          </a:xfrm>
          <a:prstGeom prst="ellipse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79600" y="3711600"/>
            <a:ext cx="396000" cy="396000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92399" y="3236399"/>
            <a:ext cx="396000" cy="396000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7077600" y="3434399"/>
            <a:ext cx="712799" cy="4752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13999" y="3131999"/>
            <a:ext cx="216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0000"/>
                </a:solidFill>
              </a:rPr>
              <a:t>最近点対
d ≈ 0.72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8999" y="1800000"/>
            <a:ext cx="1782000" cy="8820000"/>
          </a:xfrm>
          <a:prstGeom prst="rect">
            <a:avLst/>
          </a:prstGeom>
          <a:solidFill>
            <a:srgbClr val="FFF0CC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20999" y="10260000"/>
            <a:ext cx="1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BA81A"/>
                </a:solidFill>
              </a:rPr>
              <a:t>帯 ±d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0000" y="1368000"/>
            <a:ext cx="86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24000" y="1368000"/>
            <a:ext cx="835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アルゴリズムの手順</a:t>
            </a:r>
          </a:p>
        </p:txBody>
      </p:sp>
      <p:sp>
        <p:nvSpPr>
          <p:cNvPr id="28" name="Oval 27"/>
          <p:cNvSpPr/>
          <p:nvPr/>
        </p:nvSpPr>
        <p:spPr>
          <a:xfrm>
            <a:off x="11718000" y="2178000"/>
            <a:ext cx="612000" cy="612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18000" y="2254500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20000" y="2088000"/>
            <a:ext cx="792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x 座標でソート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20000" y="2880000"/>
            <a:ext cx="792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一度だけ O(n log n)</a:t>
            </a:r>
          </a:p>
        </p:txBody>
      </p:sp>
      <p:sp>
        <p:nvSpPr>
          <p:cNvPr id="32" name="Oval 31"/>
          <p:cNvSpPr/>
          <p:nvPr/>
        </p:nvSpPr>
        <p:spPr>
          <a:xfrm>
            <a:off x="11718000" y="3906000"/>
            <a:ext cx="612000" cy="612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18000" y="3982500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420000" y="3816000"/>
            <a:ext cx="792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中央で左右に分割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20000" y="4608000"/>
            <a:ext cx="792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左: pL, qL  距離 dL
右: pR, qR  距離 dR</a:t>
            </a:r>
          </a:p>
        </p:txBody>
      </p:sp>
      <p:sp>
        <p:nvSpPr>
          <p:cNvPr id="36" name="Oval 35"/>
          <p:cNvSpPr/>
          <p:nvPr/>
        </p:nvSpPr>
        <p:spPr>
          <a:xfrm>
            <a:off x="11718000" y="5634000"/>
            <a:ext cx="612000" cy="612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18000" y="5710500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20000" y="5544000"/>
            <a:ext cx="792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d = min(dL, dR)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420000" y="6336000"/>
            <a:ext cx="792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左右のローカル最小を取得</a:t>
            </a:r>
          </a:p>
        </p:txBody>
      </p:sp>
      <p:sp>
        <p:nvSpPr>
          <p:cNvPr id="40" name="Oval 39"/>
          <p:cNvSpPr/>
          <p:nvPr/>
        </p:nvSpPr>
        <p:spPr>
          <a:xfrm>
            <a:off x="11718000" y="7362000"/>
            <a:ext cx="612000" cy="612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718000" y="7438500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420000" y="7272000"/>
            <a:ext cx="792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帯状領域を調べる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420000" y="8064000"/>
            <a:ext cx="792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中線から ±d 内の点を y 順にソート
各点と次の 7 点だけ比較</a:t>
            </a:r>
          </a:p>
        </p:txBody>
      </p:sp>
      <p:sp>
        <p:nvSpPr>
          <p:cNvPr id="44" name="Oval 43"/>
          <p:cNvSpPr/>
          <p:nvPr/>
        </p:nvSpPr>
        <p:spPr>
          <a:xfrm>
            <a:off x="11718000" y="9090000"/>
            <a:ext cx="612000" cy="612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718000" y="9166500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420000" y="9000000"/>
            <a:ext cx="792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最終答え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420000" y="9792000"/>
            <a:ext cx="792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左右の最小 vs 帯をまたぐ最小
→ 最小値を返す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0000" y="10800000"/>
            <a:ext cx="1044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8000" y="10854000"/>
            <a:ext cx="10224000" cy="89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帯内の比較が O(n) になる理由: 帯幅 2d の中に d×d の正方形が入り、各正方形には高々 4 点しか入らないため
全体: T(n) = 2T(n/2) + O(n) → O(n log 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