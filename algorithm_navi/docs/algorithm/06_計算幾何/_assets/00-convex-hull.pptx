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凸包 (Convex Hull) — Andrew's Monotone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0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0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点集合と凸包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6000" y="9324000"/>
            <a:ext cx="2592000" cy="1296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968000" y="9324000"/>
            <a:ext cx="2592000" cy="1296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560000" y="6732000"/>
            <a:ext cx="1296000" cy="2592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560000" y="4140000"/>
            <a:ext cx="1296000" cy="2592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968000" y="2843999"/>
            <a:ext cx="2592000" cy="129600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376000" y="2843999"/>
            <a:ext cx="2592000" cy="129600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80000" y="4140000"/>
            <a:ext cx="1296000" cy="2592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0000" y="6732000"/>
            <a:ext cx="1296000" cy="2592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196000" y="9144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88000" y="1044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80000" y="9144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76000" y="6552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80000" y="396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88000" y="2663999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6000" y="396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0000" y="6552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46000" y="7902001"/>
            <a:ext cx="251998" cy="251998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42001" y="6606001"/>
            <a:ext cx="251998" cy="251998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38000" y="7902001"/>
            <a:ext cx="251998" cy="251998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46000" y="5310001"/>
            <a:ext cx="251998" cy="251998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42001" y="9198001"/>
            <a:ext cx="251998" cy="251998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38000" y="5310001"/>
            <a:ext cx="251998" cy="251998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0000" y="9648000"/>
            <a:ext cx="36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50"/>
                </a:solidFill>
              </a:rPr>
              <a:t>下包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0000" y="2340000"/>
            <a:ext cx="36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BA81A"/>
                </a:solidFill>
              </a:rPr>
              <a:t>← 上包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0000" y="1368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24000" y="1368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Andrew's Monotone Chain の手順</a:t>
            </a:r>
          </a:p>
        </p:txBody>
      </p:sp>
      <p:sp>
        <p:nvSpPr>
          <p:cNvPr id="32" name="Oval 31"/>
          <p:cNvSpPr/>
          <p:nvPr/>
        </p:nvSpPr>
        <p:spPr>
          <a:xfrm>
            <a:off x="11574000" y="2286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74000" y="2362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40000" y="2160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1. 点を x 座標でソート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40000" y="2952000"/>
            <a:ext cx="792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x が同じなら y でソート</a:t>
            </a:r>
          </a:p>
        </p:txBody>
      </p:sp>
      <p:sp>
        <p:nvSpPr>
          <p:cNvPr id="36" name="Oval 35"/>
          <p:cNvSpPr/>
          <p:nvPr/>
        </p:nvSpPr>
        <p:spPr>
          <a:xfrm>
            <a:off x="11574000" y="4446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74000" y="4522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40000" y="4320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2. 下包を構築（左→右）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40000" y="5112000"/>
            <a:ext cx="792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右折りになる点をスタックから pop
反時計回りの点のみ残す</a:t>
            </a:r>
          </a:p>
        </p:txBody>
      </p:sp>
      <p:sp>
        <p:nvSpPr>
          <p:cNvPr id="40" name="Oval 39"/>
          <p:cNvSpPr/>
          <p:nvPr/>
        </p:nvSpPr>
        <p:spPr>
          <a:xfrm>
            <a:off x="11574000" y="6606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74000" y="6682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40000" y="6480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3. 上包を構築（右→左）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40000" y="7272000"/>
            <a:ext cx="792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同様に右折り点を pop
最終的に上包が得られる</a:t>
            </a:r>
          </a:p>
        </p:txBody>
      </p:sp>
      <p:sp>
        <p:nvSpPr>
          <p:cNvPr id="44" name="Oval 43"/>
          <p:cNvSpPr/>
          <p:nvPr/>
        </p:nvSpPr>
        <p:spPr>
          <a:xfrm>
            <a:off x="11574000" y="8766000"/>
            <a:ext cx="612000" cy="612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74000" y="8842500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40000" y="8640000"/>
            <a:ext cx="792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013CA6"/>
                </a:solidFill>
              </a:rPr>
              <a:t>4. 下包 + 上包 を結合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40000" y="9432000"/>
            <a:ext cx="792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両端の重複を除いて連結
→ 凸包の頂点列（反時計回り）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0000" y="10620000"/>
            <a:ext cx="86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024000" y="10620000"/>
            <a:ext cx="83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左折り判定（外積）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40000" y="11232000"/>
            <a:ext cx="792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cross(O, A, B) = (A-O) × (B-O) &gt; 0  →  左折り（保持）
cross(O, A, B) ≤ 0  →  右折り（ポップ）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10800000"/>
            <a:ext cx="1044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000" y="10854000"/>
            <a:ext cx="1022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O(n log n)。重複点・共線点の処理は cross &gt; 0 を cross &gt;= 0 に変えることで含める
凸包の面積は Shoelace 公式: Σ(xᵢyᵢ₊₁ − xᵢ₊₁yᵢ)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外積による左折り・右折り判定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外積 cross(O, A, B) の符号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5220000" y="6480000"/>
            <a:ext cx="3240000" cy="1620000"/>
          </a:xfrm>
          <a:prstGeom prst="bentConnector3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6840000" y="3240000"/>
            <a:ext cx="1620000" cy="3240000"/>
          </a:xfrm>
          <a:prstGeom prst="bentConnector3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040000" y="792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4000" y="7812000"/>
            <a:ext cx="4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O</a:t>
            </a:r>
          </a:p>
        </p:txBody>
      </p:sp>
      <p:sp>
        <p:nvSpPr>
          <p:cNvPr id="10" name="Oval 9"/>
          <p:cNvSpPr/>
          <p:nvPr/>
        </p:nvSpPr>
        <p:spPr>
          <a:xfrm>
            <a:off x="8280000" y="630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04000" y="6192000"/>
            <a:ext cx="4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6660000" y="306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4000" y="2952000"/>
            <a:ext cx="4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2088000"/>
            <a:ext cx="7920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0" y="2088000"/>
            <a:ext cx="756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cross &gt; 0   反時計回り（左折り）→ 保持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580000" y="3240000"/>
            <a:ext cx="3240000" cy="1620000"/>
          </a:xfrm>
          <a:prstGeom prst="bentConnector3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820000" y="3240000"/>
            <a:ext cx="1620000" cy="4860000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4400000" y="468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24000" y="4572000"/>
            <a:ext cx="4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O</a:t>
            </a:r>
          </a:p>
        </p:txBody>
      </p:sp>
      <p:sp>
        <p:nvSpPr>
          <p:cNvPr id="20" name="Oval 19"/>
          <p:cNvSpPr/>
          <p:nvPr/>
        </p:nvSpPr>
        <p:spPr>
          <a:xfrm>
            <a:off x="17640000" y="306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964000" y="2952000"/>
            <a:ext cx="4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19260000" y="7920000"/>
            <a:ext cx="360000" cy="360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584000" y="7812000"/>
            <a:ext cx="432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0000" y="2088000"/>
            <a:ext cx="9000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0000" y="2088000"/>
            <a:ext cx="8640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</a:rPr>
              <a:t>cross ≤ 0   時計回り（右折り）→ ポップ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10260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000" y="10260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下包の構築（スタックの変化）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000" y="10980000"/>
            <a:ext cx="306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10980000"/>
            <a:ext cx="30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追加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(0,0)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0" y="10980000"/>
            <a:ext cx="306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0" y="10980000"/>
            <a:ext cx="30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追加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48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(0,0)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92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(1,0)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96000" y="10980000"/>
            <a:ext cx="306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96000" y="10980000"/>
            <a:ext cx="30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追加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96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6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(0,0)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0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0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(1,0)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84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84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(2,1)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44000" y="10980000"/>
            <a:ext cx="306000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44000" y="10980000"/>
            <a:ext cx="30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(1,0)pop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44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44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(0,0)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988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988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(2,1)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292000" y="10980000"/>
            <a:ext cx="3060000" cy="90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292000" y="10980000"/>
            <a:ext cx="30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追加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292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292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(0,0)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336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336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(2,1)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380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380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(3,0)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7640000" y="10980000"/>
            <a:ext cx="3060000" cy="90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640000" y="10980000"/>
            <a:ext cx="306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(2,1)pop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640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640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(0,0)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684000" y="11952000"/>
            <a:ext cx="972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684000" y="11952000"/>
            <a:ext cx="9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</a:rPr>
              <a:t>(3,0)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