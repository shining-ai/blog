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6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MapReduce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07999"/>
            <a:ext cx="19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</a:rPr>
              <a:t>Map → Shuffle &amp; Sort → Reduce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800000"/>
            <a:ext cx="576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800000"/>
            <a:ext cx="57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入力データ（3 スプリット）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520000"/>
            <a:ext cx="5040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520000"/>
            <a:ext cx="50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Split 0
"the cat sat"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3888000"/>
            <a:ext cx="5040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888000"/>
            <a:ext cx="50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Split 1
"on the mat"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5256000"/>
            <a:ext cx="5040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5256000"/>
            <a:ext cx="50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Split 2
"the cat"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80000" y="4860000"/>
            <a:ext cx="1080000" cy="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72000" y="4500000"/>
            <a:ext cx="12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Map
（並列）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0000" y="1800000"/>
            <a:ext cx="576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0000" y="1800000"/>
            <a:ext cx="57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Map 結果（キーペア）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0000" y="2520000"/>
            <a:ext cx="5400000" cy="108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0000" y="2520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013CA6"/>
                </a:solidFill>
              </a:rPr>
              <a:t>W0: (the,1)(cat,1)(sat,1)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0000" y="3888000"/>
            <a:ext cx="5400000" cy="108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0000" y="3888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013CA6"/>
                </a:solidFill>
              </a:rPr>
              <a:t>W1: (on,1)(the,1)(mat,1)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0000" y="5256000"/>
            <a:ext cx="5400000" cy="108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0000" y="5256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013CA6"/>
                </a:solidFill>
              </a:rPr>
              <a:t>W2: (the,1)(cat,1)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060000" y="4860000"/>
            <a:ext cx="1080000" cy="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880000" y="4500000"/>
            <a:ext cx="16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BA81A"/>
                </a:solidFill>
              </a:rPr>
              <a:t>Shuffle
&amp; Sort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40000" y="1800000"/>
            <a:ext cx="756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0000" y="1800000"/>
            <a:ext cx="75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Shuffle &amp; Sort（キーでグループ化）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140000" y="2520000"/>
            <a:ext cx="720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40000" y="2520000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cat: [1, 1]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140000" y="3528000"/>
            <a:ext cx="720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140000" y="3528000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mat: [1]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140000" y="4536000"/>
            <a:ext cx="720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0000" y="4536000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on: [1]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140000" y="5543999"/>
            <a:ext cx="720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140000" y="5543999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sat: [1]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140000" y="6552000"/>
            <a:ext cx="720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140000" y="6552000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the: [1, 1, 1]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0340000" y="4860000"/>
            <a:ext cx="3600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3140000" y="8100000"/>
            <a:ext cx="756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140000" y="8100000"/>
            <a:ext cx="75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Reduce 結果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140000" y="8640000"/>
            <a:ext cx="720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140000" y="864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cat →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140000" y="9252000"/>
            <a:ext cx="720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0000" y="9252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mat →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140000" y="9864000"/>
            <a:ext cx="720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0000" y="9864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on →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140000" y="10476000"/>
            <a:ext cx="720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140000" y="10476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sat → 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140000" y="11088000"/>
            <a:ext cx="7200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140000" y="11088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the → 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0000" y="7740000"/>
            <a:ext cx="1188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0000" y="7740000"/>
            <a:ext cx="11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処理フェーズ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0000" y="8280000"/>
            <a:ext cx="3780000" cy="1368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0000" y="8280000"/>
            <a:ext cx="37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① 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000" y="8748000"/>
            <a:ext cx="37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各ワーカーが独立処理
入力 → (key, value) ペア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80000" y="8280000"/>
            <a:ext cx="3780000" cy="1368000"/>
          </a:xfrm>
          <a:prstGeom prst="rect">
            <a:avLst/>
          </a:prstGeom>
          <a:solidFill>
            <a:srgbClr val="F3FAFE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0000" y="8280000"/>
            <a:ext cx="37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② Shuffle &amp; Sort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80000" y="8748000"/>
            <a:ext cx="37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キーでソート・グループ化
ネットワーク通信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0000" y="8280000"/>
            <a:ext cx="3780000" cy="1368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20000" y="8280000"/>
            <a:ext cx="37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050"/>
                </a:solidFill>
              </a:rPr>
              <a:t>③ Reduce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20000" y="8748000"/>
            <a:ext cx="37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キーごとに集約
(key, [values]) → (key, result)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0000" y="9900000"/>
            <a:ext cx="11880000" cy="54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000" y="9900000"/>
            <a:ext cx="117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</a:rPr>
              <a:t>Combiner: Map 直後にローカル集約することで Shuffle の通信量を削減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0000" y="10620000"/>
            <a:ext cx="1188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0000" y="10620000"/>
            <a:ext cx="11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スケール特性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000" y="11088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p台のワーカーでMap/Reduceを並列処理 → O(n/p + comm)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0000" y="1141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耐障害性: 失敗したワーカーを自動再実行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000" y="11736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• Hadoop / Spark の理論的基盤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