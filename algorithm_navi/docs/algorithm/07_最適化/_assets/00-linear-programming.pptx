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線形計画法 (LP) — 実行可能領域の頂点が最適解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15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12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実行可能領域と最適解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40000" y="5040000"/>
            <a:ext cx="0" cy="594000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28000" y="5040000"/>
            <a:ext cx="0" cy="594000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16000" y="5040000"/>
            <a:ext cx="0" cy="594000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03999" y="5040000"/>
            <a:ext cx="0" cy="594000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92000" y="5040000"/>
            <a:ext cx="0" cy="594000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80000" y="5040000"/>
            <a:ext cx="0" cy="594000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40000" y="10980000"/>
            <a:ext cx="5940000" cy="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40000" y="9792000"/>
            <a:ext cx="5940000" cy="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40000" y="8604000"/>
            <a:ext cx="5940000" cy="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40000" y="7416000"/>
            <a:ext cx="5940000" cy="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40000" y="6228000"/>
            <a:ext cx="5940000" cy="0"/>
          </a:xfrm>
          <a:prstGeom prst="line">
            <a:avLst/>
          </a:prstGeom>
          <a:ln w="1016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40000" y="10980000"/>
            <a:ext cx="5940000" cy="0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0000" y="6228000"/>
            <a:ext cx="0" cy="4752000"/>
          </a:xfrm>
          <a:prstGeom prst="bentConnector3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88000" y="1080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0000" y="6120000"/>
            <a:ext cx="36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</a:rPr>
              <a:t>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40000" y="6228000"/>
            <a:ext cx="4752000" cy="475200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64000" y="10800000"/>
            <a:ext cx="216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13CA6"/>
                </a:solidFill>
              </a:rPr>
              <a:t>2x+y=8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40000" y="7416000"/>
            <a:ext cx="5346000" cy="3564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06000" y="11160000"/>
            <a:ext cx="2160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0B050"/>
                </a:solidFill>
              </a:rPr>
              <a:t>x+3y=9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40000" y="10980000"/>
            <a:ext cx="4752000" cy="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003999" y="8604000"/>
            <a:ext cx="1188001" cy="2376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440000" y="7416000"/>
            <a:ext cx="3563999" cy="1188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440000" y="7416000"/>
            <a:ext cx="0" cy="3564000"/>
          </a:xfrm>
          <a:prstGeom prst="line">
            <a:avLst/>
          </a:prstGeom>
          <a:ln w="190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296000" y="10836000"/>
            <a:ext cx="288000" cy="288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84000" y="106200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13CA6"/>
                </a:solidFill>
              </a:rPr>
              <a:t>z=0</a:t>
            </a:r>
          </a:p>
        </p:txBody>
      </p:sp>
      <p:sp>
        <p:nvSpPr>
          <p:cNvPr id="31" name="Oval 30"/>
          <p:cNvSpPr/>
          <p:nvPr/>
        </p:nvSpPr>
        <p:spPr>
          <a:xfrm>
            <a:off x="6048000" y="10836000"/>
            <a:ext cx="288000" cy="288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000" y="106200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13CA6"/>
                </a:solidFill>
              </a:rPr>
              <a:t>z=12</a:t>
            </a:r>
          </a:p>
        </p:txBody>
      </p:sp>
      <p:sp>
        <p:nvSpPr>
          <p:cNvPr id="33" name="Oval 32"/>
          <p:cNvSpPr/>
          <p:nvPr/>
        </p:nvSpPr>
        <p:spPr>
          <a:xfrm>
            <a:off x="4805999" y="8406000"/>
            <a:ext cx="396000" cy="396000"/>
          </a:xfrm>
          <a:prstGeom prst="ellipse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47999" y="82440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0000"/>
                </a:solidFill>
              </a:rPr>
              <a:t>z=17★</a:t>
            </a:r>
          </a:p>
        </p:txBody>
      </p:sp>
      <p:sp>
        <p:nvSpPr>
          <p:cNvPr id="35" name="Oval 34"/>
          <p:cNvSpPr/>
          <p:nvPr/>
        </p:nvSpPr>
        <p:spPr>
          <a:xfrm>
            <a:off x="1296000" y="7272000"/>
            <a:ext cx="288000" cy="288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4000" y="7056000"/>
            <a:ext cx="18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13CA6"/>
                </a:solidFill>
              </a:rPr>
              <a:t>z=12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8604000"/>
            <a:ext cx="3168000" cy="2376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60000" y="8460000"/>
            <a:ext cx="1007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0D0D0"/>
                </a:solidFill>
              </a:rPr>
              <a:t>z=8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7416000"/>
            <a:ext cx="4752000" cy="3564000"/>
          </a:xfrm>
          <a:prstGeom prst="line">
            <a:avLst/>
          </a:prstGeom>
          <a:ln w="190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0000" y="7272000"/>
            <a:ext cx="1007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D0D0D0"/>
                </a:solidFill>
              </a:rPr>
              <a:t>z=12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5931000"/>
            <a:ext cx="5346000" cy="4009500"/>
          </a:xfrm>
          <a:prstGeom prst="line">
            <a:avLst/>
          </a:prstGeom>
          <a:ln w="3175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0000" y="5787000"/>
            <a:ext cx="1007999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BA81A"/>
                </a:solidFill>
              </a:rPr>
              <a:t>z=17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600000" y="1368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744000" y="1368000"/>
            <a:ext cx="76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定式化と最適解の性質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960000" y="216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960000" y="2160000"/>
            <a:ext cx="162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目的関数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760000" y="2160000"/>
            <a:ext cx="5580000" cy="1007999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867999" y="2160000"/>
            <a:ext cx="540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最大化: z = 3x + 4y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960000" y="342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960000" y="3420000"/>
            <a:ext cx="162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制約1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4760000" y="3420000"/>
            <a:ext cx="5580000" cy="1007999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867999" y="3420000"/>
            <a:ext cx="540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2x + y ≤ 8  （機械1）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960000" y="468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960000" y="4680000"/>
            <a:ext cx="162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制約2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760000" y="4680000"/>
            <a:ext cx="5580000" cy="1007999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867999" y="4680000"/>
            <a:ext cx="540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x + 3y ≤ 9  （機械2）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960000" y="5940000"/>
            <a:ext cx="16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960000" y="5940000"/>
            <a:ext cx="162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非負制約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760000" y="5940000"/>
            <a:ext cx="5580000" cy="1007999"/>
          </a:xfrm>
          <a:prstGeom prst="rect">
            <a:avLst/>
          </a:prstGeom>
          <a:solidFill>
            <a:srgbClr val="F3FAFE"/>
          </a:solidFill>
          <a:ln w="1270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867999" y="5940000"/>
            <a:ext cx="5400000" cy="1007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x, y ≥ 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600000" y="7740000"/>
            <a:ext cx="792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744000" y="7740000"/>
            <a:ext cx="763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頂点での目的関数値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2960000" y="8388000"/>
            <a:ext cx="23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2960000" y="8388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(0, 0)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660000" y="8388000"/>
            <a:ext cx="46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z = 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960000" y="9180000"/>
            <a:ext cx="23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960000" y="9180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(4, 0)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660000" y="9180000"/>
            <a:ext cx="46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z = 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960000" y="9972000"/>
            <a:ext cx="2340000" cy="72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960000" y="9972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</a:rPr>
              <a:t>(3, 2)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660000" y="9972000"/>
            <a:ext cx="46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0000"/>
                </a:solidFill>
              </a:rPr>
              <a:t>z = 17  ← 最適！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960000" y="10764000"/>
            <a:ext cx="234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2960000" y="10764000"/>
            <a:ext cx="23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</a:rPr>
              <a:t>(0, 3)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660000" y="10764000"/>
            <a:ext cx="468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z = 12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0000" y="10800000"/>
            <a:ext cx="19800000" cy="936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8000" y="10854000"/>
            <a:ext cx="19584000" cy="82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最適解は必ず実行可能領域の頂点に存在（凸集合の性質）
シンプレックス法: 頂点を隣接する頂点へ移動しながら最適を探す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