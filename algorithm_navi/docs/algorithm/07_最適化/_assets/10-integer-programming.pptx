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整数計画法 (IP) — 分枝限定法で厳密最適解を求める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0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0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LP 緩和解 vs 整数解</a:t>
            </a:r>
          </a:p>
        </p:txBody>
      </p:sp>
      <p:sp>
        <p:nvSpPr>
          <p:cNvPr id="6" name="Oval 5"/>
          <p:cNvSpPr/>
          <p:nvPr/>
        </p:nvSpPr>
        <p:spPr>
          <a:xfrm>
            <a:off x="1368000" y="10728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68000" y="9576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68000" y="8424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8000" y="7271999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68000" y="6120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20000" y="10728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20000" y="9576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20000" y="8424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20000" y="7271999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20000" y="6120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2000" y="10728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72000" y="9576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72000" y="8424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2000" y="7271999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72000" y="6120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24000" y="10728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24000" y="9576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24000" y="8424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24000" y="7271999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24000" y="6120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76000" y="10728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76000" y="9576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76000" y="8424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76000" y="7271999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76000" y="6120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28000" y="10728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28000" y="9576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28000" y="8424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28000" y="7271999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128000" y="6120000"/>
            <a:ext cx="144000" cy="14400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440000" y="10800000"/>
            <a:ext cx="3456000" cy="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896000" y="9648000"/>
            <a:ext cx="0" cy="1152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3744000" y="8496000"/>
            <a:ext cx="1152000" cy="1152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440000" y="7343999"/>
            <a:ext cx="2304000" cy="1152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40000" y="7343999"/>
            <a:ext cx="0" cy="3456001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303200" y="10663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55200" y="10663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07200" y="10663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59200" y="10663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03200" y="9511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55200" y="9511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607200" y="9511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59200" y="9511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03200" y="8359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55200" y="8359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07200" y="8359200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03200" y="7207199"/>
            <a:ext cx="273600" cy="273600"/>
          </a:xfrm>
          <a:prstGeom prst="ellipse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122000" y="8874000"/>
            <a:ext cx="396000" cy="396000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64000" y="8532000"/>
            <a:ext cx="18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808080"/>
                </a:solidFill>
              </a:rPr>
              <a:t>LP解
(2.5,1.5)
z=8.5</a:t>
            </a:r>
          </a:p>
        </p:txBody>
      </p:sp>
      <p:sp>
        <p:nvSpPr>
          <p:cNvPr id="55" name="Oval 54"/>
          <p:cNvSpPr/>
          <p:nvPr/>
        </p:nvSpPr>
        <p:spPr>
          <a:xfrm>
            <a:off x="3528000" y="8280000"/>
            <a:ext cx="432000" cy="4320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8000" y="7956000"/>
            <a:ext cx="18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</a:rPr>
              <a:t>IP最適解
(2,2)
z=8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440000" y="10800000"/>
            <a:ext cx="5760000" cy="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440000" y="6192000"/>
            <a:ext cx="0" cy="460800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08000" y="1062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0000" y="6084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0000" y="1368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024000" y="1368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分枝限定法（Branch &amp; Bound）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580000" y="2052000"/>
            <a:ext cx="2520000" cy="1296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580000" y="2052000"/>
            <a:ext cx="2520000" cy="12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LP緩和
z=8.5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420000" y="4212000"/>
            <a:ext cx="2520000" cy="1296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420000" y="4212000"/>
            <a:ext cx="2520000" cy="12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x≤2
z=8.0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740000" y="4212000"/>
            <a:ext cx="2520000" cy="1296000"/>
          </a:xfrm>
          <a:prstGeom prst="rect">
            <a:avLst/>
          </a:prstGeom>
          <a:solidFill>
            <a:srgbClr val="D0D0D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740000" y="4212000"/>
            <a:ext cx="2520000" cy="12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x≥3
z=7.5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340000" y="6372000"/>
            <a:ext cx="2520000" cy="1296000"/>
          </a:xfrm>
          <a:prstGeom prst="rect">
            <a:avLst/>
          </a:prstGeom>
          <a:solidFill>
            <a:srgbClr val="D0D0D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40000" y="6372000"/>
            <a:ext cx="2520000" cy="12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808080"/>
                </a:solidFill>
              </a:rPr>
              <a:t>y≤1
z=7.0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500000" y="6372000"/>
            <a:ext cx="2520000" cy="1296000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500000" y="6372000"/>
            <a:ext cx="2520000" cy="12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y≥2
z=8.0★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3680000" y="3348000"/>
            <a:ext cx="2160000" cy="864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5840000" y="3348000"/>
            <a:ext cx="2160000" cy="864000"/>
          </a:xfrm>
          <a:prstGeom prst="line">
            <a:avLst/>
          </a:prstGeom>
          <a:ln w="254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2600000" y="5508000"/>
            <a:ext cx="1080000" cy="864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680000" y="5508000"/>
            <a:ext cx="1080000" cy="864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2060000" y="414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x≤2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100000" y="414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808080"/>
                </a:solidFill>
              </a:rPr>
              <a:t>x≥3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80000" y="630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y≤1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580000" y="6300000"/>
            <a:ext cx="14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y≥2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740000" y="4212000"/>
            <a:ext cx="2520000" cy="1296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180000" y="4680000"/>
            <a:ext cx="288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</a:rPr>
              <a:t>✂ 刈り込み
（LP上界 ≤ 現在最良解）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000" y="10800000"/>
            <a:ext cx="1980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8000" y="10854000"/>
            <a:ext cx="19584000" cy="82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LP 緩和: 整数制約を外した LP を解く → 真の最適値の上界
分枝: 非整数変数を x≤⌊v⌋ と x≥⌈v⌉ に分岐
限定: LP上界が現在最良整数解以下なら枝を刈る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