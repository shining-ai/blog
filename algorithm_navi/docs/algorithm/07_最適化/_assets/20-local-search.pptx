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局所探索法 — 近傍を改善し続けて局所最適を目指す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22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19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解空間の景観と局所最適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260000" y="7020000"/>
            <a:ext cx="648000" cy="2376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08000" y="7020000"/>
            <a:ext cx="648000" cy="1584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556000" y="5435999"/>
            <a:ext cx="648000" cy="3168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4000" y="5435999"/>
            <a:ext cx="647999" cy="2376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51999" y="3851999"/>
            <a:ext cx="648001" cy="3960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00000" y="3851999"/>
            <a:ext cx="648000" cy="2376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48000" y="6227999"/>
            <a:ext cx="648000" cy="1584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796000" y="4643999"/>
            <a:ext cx="647999" cy="3168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3999" y="4643999"/>
            <a:ext cx="648001" cy="3960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092000" y="6227999"/>
            <a:ext cx="648000" cy="2376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40000" y="3060000"/>
            <a:ext cx="648000" cy="3167999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88000" y="3060000"/>
            <a:ext cx="648000" cy="2375999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36000" y="5435999"/>
            <a:ext cx="648000" cy="1584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684000" y="4643999"/>
            <a:ext cx="648000" cy="2376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32000" y="4643999"/>
            <a:ext cx="648000" cy="3168001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60000" y="10980000"/>
            <a:ext cx="9720000" cy="0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260000" y="2267999"/>
            <a:ext cx="0" cy="8712001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052000" y="108360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解空間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80000" y="2267999"/>
            <a:ext cx="14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目的関数値</a:t>
            </a:r>
          </a:p>
        </p:txBody>
      </p:sp>
      <p:sp>
        <p:nvSpPr>
          <p:cNvPr id="25" name="Oval 24"/>
          <p:cNvSpPr/>
          <p:nvPr/>
        </p:nvSpPr>
        <p:spPr>
          <a:xfrm>
            <a:off x="3006000" y="5237999"/>
            <a:ext cx="396000" cy="396000"/>
          </a:xfrm>
          <a:prstGeom prst="ellipse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44000" y="4715999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A81A"/>
                </a:solidFill>
              </a:rPr>
              <a:t>局所最適</a:t>
            </a:r>
          </a:p>
        </p:txBody>
      </p:sp>
      <p:sp>
        <p:nvSpPr>
          <p:cNvPr id="27" name="Oval 26"/>
          <p:cNvSpPr/>
          <p:nvPr/>
        </p:nvSpPr>
        <p:spPr>
          <a:xfrm>
            <a:off x="6245999" y="4445999"/>
            <a:ext cx="396000" cy="396000"/>
          </a:xfrm>
          <a:prstGeom prst="ellipse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3999" y="3923999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A81A"/>
                </a:solidFill>
              </a:rPr>
              <a:t>局所最適</a:t>
            </a:r>
          </a:p>
        </p:txBody>
      </p:sp>
      <p:sp>
        <p:nvSpPr>
          <p:cNvPr id="29" name="Oval 28"/>
          <p:cNvSpPr/>
          <p:nvPr/>
        </p:nvSpPr>
        <p:spPr>
          <a:xfrm>
            <a:off x="8154000" y="2826000"/>
            <a:ext cx="468000" cy="4680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6000" y="2412000"/>
            <a:ext cx="28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</a:rPr>
              <a:t>グローバル最適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260000" y="7020000"/>
            <a:ext cx="648000" cy="2376000"/>
          </a:xfrm>
          <a:prstGeom prst="bentConnector3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08000" y="7020000"/>
            <a:ext cx="648000" cy="1584000"/>
          </a:xfrm>
          <a:prstGeom prst="bentConnector3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556000" y="5435999"/>
            <a:ext cx="648000" cy="3168001"/>
          </a:xfrm>
          <a:prstGeom prst="bentConnector3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80000" y="9216000"/>
            <a:ext cx="360000" cy="3600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0000" y="9576000"/>
            <a:ext cx="1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050"/>
                </a:solidFill>
              </a:rPr>
              <a:t>初期解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2000" y="5543999"/>
            <a:ext cx="25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BA81A"/>
                </a:solidFill>
              </a:rPr>
              <a:t>← ここで止まる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320000" y="1368000"/>
            <a:ext cx="72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464000" y="1368000"/>
            <a:ext cx="69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TSP 2-opt 近傍の例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00000" y="1980000"/>
            <a:ext cx="72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0000"/>
                </a:solidFill>
              </a:rPr>
              <a:t>Before（交差あり）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4040000" y="3600000"/>
            <a:ext cx="1080000" cy="216000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120000" y="3600000"/>
            <a:ext cx="1080000" cy="3240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200000" y="4680000"/>
            <a:ext cx="2160000" cy="216000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7280000" y="4680000"/>
            <a:ext cx="1080000" cy="3240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7280000" y="5760000"/>
            <a:ext cx="2160000" cy="216000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4040000" y="5760000"/>
            <a:ext cx="5400000" cy="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903200" y="562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4983200" y="346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063200" y="670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223200" y="454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143200" y="778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9303200" y="562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500000" y="5940000"/>
            <a:ext cx="72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0B050"/>
                </a:solidFill>
              </a:rPr>
              <a:t>After（2-opt 改善）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4040000" y="6480000"/>
            <a:ext cx="1080000" cy="216000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5120000" y="6480000"/>
            <a:ext cx="3240000" cy="108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6200000" y="7560000"/>
            <a:ext cx="2160000" cy="216000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6200000" y="9720000"/>
            <a:ext cx="1080000" cy="108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7280000" y="8640000"/>
            <a:ext cx="2160000" cy="216000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4040000" y="8640000"/>
            <a:ext cx="5400000" cy="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3903200" y="850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4983200" y="634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063200" y="958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223200" y="742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143200" y="1066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9303200" y="8503200"/>
            <a:ext cx="273600" cy="2736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0000" y="10800000"/>
            <a:ext cx="1224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000" y="10854000"/>
            <a:ext cx="12024000" cy="82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2-opt: 2辺を削除して繋ぎ直す。O(n²) の近傍を評価して最良移動を選択
改善が見つからなくなったら 2-opt 局所最適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