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KMP法：失敗関数（Failure Function）の構築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44000"/>
            <a:ext cx="27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6666"/>
                </a:solidFill>
              </a:rPr>
              <a:t>パターン: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0" y="2700000"/>
            <a:ext cx="1746000" cy="1007999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0" y="2700000"/>
            <a:ext cx="1746000" cy="1007999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0" y="2700000"/>
            <a:ext cx="1746000" cy="1007999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2700000"/>
            <a:ext cx="1746000" cy="1007999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4500000"/>
            <a:ext cx="144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4608000"/>
            <a:ext cx="1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i=0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0" y="4500000"/>
            <a:ext cx="1746000" cy="900000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0" y="4500000"/>
            <a:ext cx="1746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4500000"/>
            <a:ext cx="1746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0000" y="4500000"/>
            <a:ext cx="1746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40000" y="4500000"/>
            <a:ext cx="1980000" cy="90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2000" y="4608000"/>
            <a:ext cx="18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fail[0]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80000" y="4644000"/>
            <a:ext cx="79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fail[0] = 0  （定義）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6300000"/>
            <a:ext cx="144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000" y="6408000"/>
            <a:ext cx="1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i=1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0" y="6300000"/>
            <a:ext cx="1746000" cy="900000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0000" y="6300000"/>
            <a:ext cx="1746000" cy="900000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80000" y="6300000"/>
            <a:ext cx="1746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0000" y="6300000"/>
            <a:ext cx="1746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40000" y="6300000"/>
            <a:ext cx="1980000" cy="900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2000" y="6408000"/>
            <a:ext cx="18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fail[1]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80000" y="6444000"/>
            <a:ext cx="79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"AB"  →  接頭辞{A} ∩ 接尾辞{B} = ∅  → 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8100000"/>
            <a:ext cx="144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8208000"/>
            <a:ext cx="1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i=2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000" y="8100000"/>
            <a:ext cx="1746000" cy="900000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0000" y="8100000"/>
            <a:ext cx="1746000" cy="900000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80000" y="8100000"/>
            <a:ext cx="1746000" cy="900000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0000" y="8100000"/>
            <a:ext cx="1746000" cy="90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40000" y="8100000"/>
            <a:ext cx="1980000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2000" y="8208000"/>
            <a:ext cx="18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fail[2] =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80000" y="8244000"/>
            <a:ext cx="79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"ABA"  →  接頭辞{A,AB} ∩ 接尾辞{A,BA}  →  "A" 共通  → 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0000" y="9900000"/>
            <a:ext cx="144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000" y="10008000"/>
            <a:ext cx="1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i=3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000" y="9900000"/>
            <a:ext cx="1746000" cy="900000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80000" y="9900000"/>
            <a:ext cx="1746000" cy="900000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00B050"/>
                </a:solidFill>
              </a:rPr>
              <a:t>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80000" y="9900000"/>
            <a:ext cx="1746000" cy="900000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0000" y="9900000"/>
            <a:ext cx="1746000" cy="900000"/>
          </a:xfrm>
          <a:prstGeom prst="rect">
            <a:avLst/>
          </a:prstGeom>
          <a:solidFill>
            <a:srgbClr val="EBA81A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40000" y="9900000"/>
            <a:ext cx="1980000" cy="9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2000" y="10008000"/>
            <a:ext cx="187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fail[3] =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80000" y="10044000"/>
            <a:ext cx="79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"ABAB"  →  接頭辞{A,AB,ABA} ∩ 接尾辞{B,AB,BAB}  →  "AB" 共通  → 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10368000"/>
            <a:ext cx="19850400" cy="10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60000" y="1044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13CA6"/>
                </a:solidFill>
              </a:rPr>
              <a:t>fail = [0, 0, 1, 2]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240000" y="1044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666666"/>
                </a:solidFill>
              </a:rPr>
              <a:t>← ミスマッチ時にパターンポインタをここへ戻す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fail[i] = P[0..i] の最長の真の接頭辞 ∩ 真の接尾辞の長さ  ／  O(m) で構築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KMP法：パターンマッチング（fail=[0,0,1,2]）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844000"/>
            <a:ext cx="234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66666"/>
                </a:solidFill>
              </a:rPr>
              <a:t>テキスト: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4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5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4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7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760000" y="2700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2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90000" y="3779999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4320000"/>
            <a:ext cx="20210400" cy="82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4428000"/>
            <a:ext cx="198504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1: 位置 0 から照合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0000" y="5256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0000" y="5256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5256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60000" y="5256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8000" y="5327999"/>
            <a:ext cx="100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A=A, B=B, A=A, B=B  →  完全一致！ 位置 0 で発見
→ j = fail[3] = 2 で続行</a:t>
            </a:r>
            <a:br/>
            <a:r>
              <a:t>→ j = fail[3] = 2 で続行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6768000"/>
            <a:ext cx="20210400" cy="82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00" y="6876000"/>
            <a:ext cx="198504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2: j=2 で継続、位置 2 から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40000" y="7704000"/>
            <a:ext cx="1566000" cy="1007999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0000" y="7704000"/>
            <a:ext cx="1566000" cy="1007999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0000" y="7704000"/>
            <a:ext cx="1566000" cy="1007999"/>
          </a:xfrm>
          <a:prstGeom prst="rect">
            <a:avLst/>
          </a:prstGeom>
          <a:solidFill>
            <a:srgbClr val="FF000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00000" y="7704000"/>
            <a:ext cx="1566000" cy="1007999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08000" y="7775999"/>
            <a:ext cx="100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パターンが text[4]='C' と不一致 → j=fail[1]=0 → j=fail[-1]... j=0 にリセット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9216000"/>
            <a:ext cx="20210400" cy="82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000" y="9324000"/>
            <a:ext cx="198504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3: 位置 5 から再開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00000" y="1015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520000" y="1015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140000" y="1015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760000" y="1015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668000" y="10223999"/>
            <a:ext cx="100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666666"/>
                </a:solidFill>
              </a:rPr>
              <a:t>A=A, B=B, A=A, B=B  →  完全一致！ 位置 5 で発見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テキストポインタは後退しない  ／  ミスマッチ時は fail[j-1] でパターンポインタを巻き戻すだけ  ／  O(n)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