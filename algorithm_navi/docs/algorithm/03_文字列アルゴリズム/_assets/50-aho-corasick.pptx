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Aho-Corasick法：トライ木と失敗リンクの構築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340000"/>
            <a:ext cx="19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3CA6"/>
                </a:solidFill>
              </a:rPr>
              <a:t>パターン: "ab"  /  "bc"  /  "abc"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240000" y="4536000"/>
            <a:ext cx="3240000" cy="136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68000" y="522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80000" y="4536000"/>
            <a:ext cx="3240000" cy="136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08000" y="522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0000" y="7056000"/>
            <a:ext cx="0" cy="136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48000" y="774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20000" y="7056000"/>
            <a:ext cx="0" cy="136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28000" y="774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0000" y="9576000"/>
            <a:ext cx="0" cy="136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48000" y="1026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816000" y="3960000"/>
            <a:ext cx="3240000" cy="252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056000" y="3960000"/>
            <a:ext cx="3240000" cy="252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816000" y="6480000"/>
            <a:ext cx="6480000" cy="252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7056000" y="3960000"/>
            <a:ext cx="3240000" cy="504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816000" y="9000000"/>
            <a:ext cx="6480000" cy="25200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904000" y="3384000"/>
            <a:ext cx="1152000" cy="115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root</a:t>
            </a:r>
          </a:p>
        </p:txBody>
      </p:sp>
      <p:sp>
        <p:nvSpPr>
          <p:cNvPr id="22" name="Oval 21"/>
          <p:cNvSpPr/>
          <p:nvPr/>
        </p:nvSpPr>
        <p:spPr>
          <a:xfrm>
            <a:off x="2664000" y="5904000"/>
            <a:ext cx="1152000" cy="1152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0" y="5904000"/>
            <a:ext cx="1152000" cy="1152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2664000" y="8424000"/>
            <a:ext cx="1152000" cy="1152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ab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0" y="8424000"/>
            <a:ext cx="1152000" cy="1152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bc</a:t>
            </a:r>
          </a:p>
        </p:txBody>
      </p:sp>
      <p:sp>
        <p:nvSpPr>
          <p:cNvPr id="26" name="Oval 25"/>
          <p:cNvSpPr/>
          <p:nvPr/>
        </p:nvSpPr>
        <p:spPr>
          <a:xfrm>
            <a:off x="2664000" y="10944000"/>
            <a:ext cx="1152000" cy="1152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abc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600000" y="10548000"/>
            <a:ext cx="1440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220000" y="1026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ゴトー遷移（通常）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600000" y="11267999"/>
            <a:ext cx="1440000" cy="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220000" y="10980000"/>
            <a:ext cx="64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BA81A"/>
                </a:solidFill>
              </a:rPr>
              <a:t>失敗リンク（ミスマッチ時の遷移先）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失敗リンク = 現在の状態の最長の真の接尾辞が一致するトライ内ノード  ／  BFS で O(Σm) 構築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Aho-Corasick法：テキスト "abcbc" の検索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844000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6666"/>
                </a:solidFill>
              </a:rPr>
              <a:t>テキスト: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2700000"/>
            <a:ext cx="210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0" y="2700000"/>
            <a:ext cx="210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2700000"/>
            <a:ext cx="210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0" y="2700000"/>
            <a:ext cx="210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80000" y="2700000"/>
            <a:ext cx="210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4500000"/>
            <a:ext cx="202104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572000"/>
            <a:ext cx="57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i=0  c='a'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4572000"/>
            <a:ext cx="1080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遷移: root→state(a)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0000" y="5364000"/>
            <a:ext cx="2106000" cy="1007999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6120000"/>
            <a:ext cx="20210400" cy="79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6192000"/>
            <a:ext cx="57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i=1  c='b'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6192000"/>
            <a:ext cx="1080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遷移: state(a)→state(ab)★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0" y="6984000"/>
            <a:ext cx="2106000" cy="1007999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0000" y="6984000"/>
            <a:ext cx="100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B050"/>
                </a:solidFill>
              </a:rPr>
              <a:t>"ab" 一致！ (位置 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7740000"/>
            <a:ext cx="20210400" cy="79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7812000"/>
            <a:ext cx="57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i=2  c='c'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7812000"/>
            <a:ext cx="1080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遷移: state(ab)→state(abc)★→
 失敗リンク→state(bc)★</a:t>
            </a:r>
            <a:br/>
            <a:r>
              <a:t> 失敗リンク→state(bc)★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8604000"/>
            <a:ext cx="2106000" cy="1007999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0000" y="8604000"/>
            <a:ext cx="100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B050"/>
                </a:solidFill>
              </a:rPr>
              <a:t>"abc" 一致！(位置 0)
"bc" 一致！ (位置 1)</a:t>
            </a:r>
            <a:br/>
            <a:r>
              <a:t>"bc" 一致！ (位置 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9360000"/>
            <a:ext cx="202104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00" y="9432000"/>
            <a:ext cx="57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i=3  c='b'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0" y="9432000"/>
            <a:ext cx="1080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遷移: state(bc)→state(b)→root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0000" y="10224000"/>
            <a:ext cx="2106000" cy="1007999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10980000"/>
            <a:ext cx="20210400" cy="79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11052000"/>
            <a:ext cx="57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i=4  c='c'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00" y="11052000"/>
            <a:ext cx="1080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遷移: root→state(b)→state(bc)★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80000" y="11844000"/>
            <a:ext cx="2106000" cy="1007999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20000" y="11844000"/>
            <a:ext cx="100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B050"/>
                </a:solidFill>
              </a:rPr>
              <a:t>"bc" 一致！ (位置 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0000" y="10440000"/>
            <a:ext cx="19850400" cy="19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0000" y="10512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検索結果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0" y="10512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050"/>
                </a:solidFill>
              </a:rPr>
              <a:t>  ✓ "ab" : 位置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0000" y="10512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050"/>
                </a:solidFill>
              </a:rPr>
              <a:t>  ✓ "abc": 位置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00000" y="10512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050"/>
                </a:solidFill>
              </a:rPr>
              <a:t>  ✓ "bc" : 位置 1,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テキストを1度スキャン → 全パターンを同時検索  ／  O(n + Σm + z)  （n=テキスト長, z=一致数）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