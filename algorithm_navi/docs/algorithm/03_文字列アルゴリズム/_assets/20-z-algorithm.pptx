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Z-Algorithm：Z配列とパターンマッチング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844000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66666"/>
                </a:solidFill>
              </a:rPr>
              <a:t>文字列 S: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000" y="2700000"/>
            <a:ext cx="2034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0" y="3779999"/>
            <a:ext cx="2034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4000" y="226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4968000" y="2700000"/>
            <a:ext cx="2034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8000" y="3779999"/>
            <a:ext cx="2034000" cy="1007999"/>
          </a:xfrm>
          <a:prstGeom prst="rect">
            <a:avLst/>
          </a:prstGeom>
          <a:solidFill>
            <a:srgbClr val="EEEEEE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CCCCCC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2000" y="226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56000" y="2700000"/>
            <a:ext cx="2034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6000" y="3779999"/>
            <a:ext cx="2034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0" y="226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2700000"/>
            <a:ext cx="2034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3779999"/>
            <a:ext cx="2034000" cy="1007999"/>
          </a:xfrm>
          <a:prstGeom prst="rect">
            <a:avLst/>
          </a:prstGeom>
          <a:solidFill>
            <a:srgbClr val="EEEEEE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CCCCCC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8000" y="226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32000" y="2700000"/>
            <a:ext cx="2034000" cy="1007999"/>
          </a:xfrm>
          <a:prstGeom prst="rect">
            <a:avLst/>
          </a:prstGeom>
          <a:solidFill>
            <a:srgbClr val="D4F5E0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232000" y="3779999"/>
            <a:ext cx="2034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96000" y="226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20000" y="2700000"/>
            <a:ext cx="2034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20000" y="3779999"/>
            <a:ext cx="2034000" cy="1007999"/>
          </a:xfrm>
          <a:prstGeom prst="rect">
            <a:avLst/>
          </a:prstGeom>
          <a:solidFill>
            <a:srgbClr val="EEEEEE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600" b="1">
                <a:solidFill>
                  <a:srgbClr val="CCCCCC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84000" y="2268000"/>
            <a:ext cx="4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6666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3887999"/>
            <a:ext cx="25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66666"/>
                </a:solidFill>
              </a:rPr>
              <a:t>Z[i]: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5328000"/>
            <a:ext cx="9360000" cy="21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000" y="5436000"/>
            <a:ext cx="9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Z[2] = 4 の意味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000" y="6120000"/>
            <a:ext cx="90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>
                <a:solidFill>
                  <a:srgbClr val="222222"/>
                </a:solidFill>
              </a:rPr>
              <a:t>S[2:] = "ABAB"  と  S = "ABABAB" を比較
A=A, B=B, A=A, B=B → 4文字一致 → Z[2]=4</a:t>
            </a:r>
            <a:br/>
            <a:r>
              <a:t>A=A, B=B, A=A, B=B → 4文字一致 → Z[2]=4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7920000"/>
            <a:ext cx="198504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000" y="7992000"/>
            <a:ext cx="194904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パターンマッチングへの応用：S = Pattern + "$" + 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0000" y="8712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74000" y="9791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00000" y="8712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4000" y="9791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0" y="8712000"/>
            <a:ext cx="1566000" cy="1007999"/>
          </a:xfrm>
          <a:prstGeom prst="rect">
            <a:avLst/>
          </a:prstGeom>
          <a:solidFill>
            <a:srgbClr val="666666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$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4000" y="9791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0000" y="8712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4000" y="9791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60000" y="8712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4000" y="9791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0000" y="8712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74000" y="9791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800000" y="8712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94000" y="9791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420000" y="8712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222222"/>
                </a:solidFill>
              </a:rPr>
              <a:t>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014000" y="9791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4040000" y="8712000"/>
            <a:ext cx="1566000" cy="1007999"/>
          </a:xfrm>
          <a:prstGeom prst="rect">
            <a:avLst/>
          </a:prstGeom>
          <a:solidFill>
            <a:srgbClr val="00B050"/>
          </a:solidFill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4000" y="9791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660000" y="8712000"/>
            <a:ext cx="1566000" cy="1007999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000" b="1">
                <a:solidFill>
                  <a:srgbClr val="222222"/>
                </a:solidFill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254000" y="9791999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0000" y="9827999"/>
            <a:ext cx="12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</a:rPr>
              <a:t>Z値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0000" y="10259999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050"/>
                </a:solidFill>
              </a:rPr>
              <a:t>↑ 一致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0000" y="10259999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050"/>
                </a:solidFill>
              </a:rPr>
              <a:t>↑ 一致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0000" y="10259999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050"/>
                </a:solidFill>
              </a:rPr>
              <a:t>↑ 一致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040000" y="10259999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050"/>
                </a:solidFill>
              </a:rPr>
              <a:t>↑ 一致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0000" y="10799999"/>
            <a:ext cx="19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Z[i] ≥ len(Pattern)=2 → text の位置 i - len(P) - 1 に一致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13CA6"/>
                </a:solidFill>
              </a:rPr>
              <a:t>Z[i] = S と S[i:] の最長共通接頭辞長  ／  Z-box を使い O(n) で構築  ／  P+"$"+T で O(n+m) 検索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