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2" r:id="rId2"/>
    <p:sldId id="269" r:id="rId3"/>
    <p:sldId id="268" r:id="rId4"/>
    <p:sldId id="267" r:id="rId5"/>
    <p:sldId id="263" r:id="rId6"/>
    <p:sldId id="273" r:id="rId7"/>
    <p:sldId id="260" r:id="rId8"/>
    <p:sldId id="274" r:id="rId9"/>
    <p:sldId id="275" r:id="rId10"/>
    <p:sldId id="276" r:id="rId11"/>
    <p:sldId id="277" r:id="rId12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09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セクション見出し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1681761" y="7693718"/>
            <a:ext cx="18096468" cy="23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None/>
              <a:defRPr sz="8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1681761" y="5074637"/>
            <a:ext cx="18096468" cy="261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1pPr>
            <a:lvl2pPr marL="914217" lvl="1" indent="-228554" algn="l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2pPr>
            <a:lvl3pPr marL="1371326" lvl="2" indent="-228554" algn="l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 sz="3300">
                <a:solidFill>
                  <a:srgbClr val="888888"/>
                </a:solidFill>
              </a:defRPr>
            </a:lvl3pPr>
            <a:lvl4pPr marL="1828434" lvl="3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4pPr>
            <a:lvl5pPr marL="2285543" lvl="4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5pPr>
            <a:lvl6pPr marL="2742651" lvl="5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6pPr>
            <a:lvl7pPr marL="3199760" lvl="6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7pPr>
            <a:lvl8pPr marL="3656868" lvl="7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8pPr>
            <a:lvl9pPr marL="4113977" lvl="8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9402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2480135" y="4877864"/>
            <a:ext cx="22128993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24963961" y="4877864"/>
            <a:ext cx="22132690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547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比較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1064499" y="2680051"/>
            <a:ext cx="9406764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1064499" y="3796970"/>
            <a:ext cx="9406764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10815011" y="2680051"/>
            <a:ext cx="9410460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10815011" y="3796970"/>
            <a:ext cx="9410460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16097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6996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タイトル付きの&#10;コンテンツ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1064501" y="476700"/>
            <a:ext cx="7004251" cy="202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8323784" y="476704"/>
            <a:ext cx="11901681" cy="102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653919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Char char="•"/>
              <a:defRPr sz="6700"/>
            </a:lvl1pPr>
            <a:lvl2pPr marL="914217" lvl="1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–"/>
              <a:defRPr sz="5800"/>
            </a:lvl2pPr>
            <a:lvl3pPr marL="1371326" lvl="2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3pPr>
            <a:lvl4pPr marL="1828434" lvl="3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4pPr>
            <a:lvl5pPr marL="2285543" lvl="4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»"/>
              <a:defRPr sz="4200"/>
            </a:lvl5pPr>
            <a:lvl6pPr marL="2742651" lvl="5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6pPr>
            <a:lvl7pPr marL="3199760" lvl="6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7pPr>
            <a:lvl8pPr marL="3656868" lvl="7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8pPr>
            <a:lvl9pPr marL="4113977" lvl="8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1064501" y="2505450"/>
            <a:ext cx="7004251" cy="81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62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タイトル付きの図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4172982" y="8381048"/>
            <a:ext cx="12773979" cy="9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4172982" y="1069803"/>
            <a:ext cx="12773979" cy="718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R="0" lvl="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4172982" y="9370479"/>
            <a:ext cx="12773979" cy="14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2312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タイトルと&#10;縦書きテキスト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6694194" y="-2836008"/>
            <a:ext cx="7901577" cy="1916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184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縦書きタイトルと&#10;縦書きテキスト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32602259" y="4180039"/>
            <a:ext cx="17837441" cy="1115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0116581" y="-6799446"/>
            <a:ext cx="17837441" cy="331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463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 sz="9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200" marR="0" lvl="0" indent="-65405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Char char="•"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96900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–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•"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»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 kern="0" smtClea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2869795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6217642" y="1559049"/>
            <a:ext cx="8854679" cy="8854826"/>
            <a:chOff x="7200000" y="1800000"/>
            <a:chExt cx="8856000" cy="8856000"/>
          </a:xfrm>
        </p:grpSpPr>
        <p:sp>
          <p:nvSpPr>
            <p:cNvPr id="48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40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791749" y="1961542"/>
            <a:ext cx="8049710" cy="8049842"/>
            <a:chOff x="7198926" y="1799761"/>
            <a:chExt cx="8854681" cy="8854826"/>
          </a:xfrm>
        </p:grpSpPr>
        <p:sp>
          <p:nvSpPr>
            <p:cNvPr id="48" name="Google Shape;88;p1"/>
            <p:cNvSpPr/>
            <p:nvPr/>
          </p:nvSpPr>
          <p:spPr>
            <a:xfrm>
              <a:off x="7198926" y="1799761"/>
              <a:ext cx="1655753" cy="165578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89993" tIns="94971" rIns="189993" bIns="94971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397854" y="1799761"/>
              <a:ext cx="1655753" cy="165578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89993" tIns="94971" rIns="189993" bIns="94971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198926" y="8998807"/>
              <a:ext cx="1655753" cy="165578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89993" tIns="94971" rIns="189993" bIns="94971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397854" y="8998807"/>
              <a:ext cx="1655753" cy="165578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89993" tIns="94971" rIns="189993" bIns="94971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2216" y="2320297"/>
              <a:ext cx="5406186" cy="6147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3" tIns="45707" rIns="91413" bIns="45707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1180" y="5961669"/>
              <a:ext cx="8368375" cy="6146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3" tIns="45707" rIns="91413" bIns="45707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2217" y="9519343"/>
              <a:ext cx="5406186" cy="6147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3" tIns="45707" rIns="91413" bIns="45707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0188" y="3550481"/>
              <a:ext cx="613234" cy="540568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13" tIns="45707" rIns="91413" bIns="45707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19113" y="3550481"/>
              <a:ext cx="613234" cy="540568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13" tIns="45707" rIns="91413" bIns="45707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9633208" y="3095380"/>
            <a:ext cx="10865007" cy="5782165"/>
            <a:chOff x="9762718" y="3343315"/>
            <a:chExt cx="10865007" cy="5782165"/>
          </a:xfrm>
        </p:grpSpPr>
        <p:sp>
          <p:nvSpPr>
            <p:cNvPr id="62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64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78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79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dirty="0" smtClean="0">
                  <a:solidFill>
                    <a:schemeClr val="tx1"/>
                  </a:solidFill>
                </a:rPr>
                <a:t>∞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8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2</a:t>
              </a:r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dirty="0" smtClean="0">
                  <a:solidFill>
                    <a:schemeClr val="tx1"/>
                  </a:solidFill>
                </a:rPr>
                <a:t>∞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88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89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90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91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92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94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95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96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97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98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945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791749" y="1961541"/>
            <a:ext cx="8049708" cy="8049842"/>
            <a:chOff x="7200000" y="1800000"/>
            <a:chExt cx="8856000" cy="8856000"/>
          </a:xfrm>
        </p:grpSpPr>
        <p:sp>
          <p:nvSpPr>
            <p:cNvPr id="48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/>
          <p:cNvGrpSpPr/>
          <p:nvPr/>
        </p:nvGrpSpPr>
        <p:grpSpPr>
          <a:xfrm>
            <a:off x="9633206" y="3095380"/>
            <a:ext cx="10865007" cy="5782165"/>
            <a:chOff x="9762718" y="3343315"/>
            <a:chExt cx="10865007" cy="5782165"/>
          </a:xfrm>
        </p:grpSpPr>
        <p:sp>
          <p:nvSpPr>
            <p:cNvPr id="53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54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59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60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dirty="0" smtClean="0">
                  <a:solidFill>
                    <a:schemeClr val="tx1"/>
                  </a:solidFill>
                </a:rPr>
                <a:t>∞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65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</a:rPr>
                <a:t>2</a:t>
              </a:r>
              <a:r>
                <a:rPr lang="en-US" sz="4000" b="1" dirty="0" smtClean="0">
                  <a:solidFill>
                    <a:schemeClr val="tx1"/>
                  </a:solidFill>
                </a:rPr>
                <a:t>0</a:t>
              </a:r>
              <a:endParaRPr sz="40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b="1" dirty="0" smtClean="0">
                  <a:solidFill>
                    <a:schemeClr val="tx1"/>
                  </a:solidFill>
                </a:rPr>
                <a:t>25</a:t>
              </a:r>
              <a:endParaRPr lang="ja-JP" altLang="en-US" sz="40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70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</a:rPr>
                <a:t>5</a:t>
              </a:r>
              <a:endParaRPr sz="4000" b="1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75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76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77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78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79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81927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791749" y="1961541"/>
            <a:ext cx="8049708" cy="8049842"/>
            <a:chOff x="7200000" y="1800000"/>
            <a:chExt cx="8856000" cy="8856000"/>
          </a:xfrm>
        </p:grpSpPr>
        <p:sp>
          <p:nvSpPr>
            <p:cNvPr id="48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17" name="直線矢印コネクタ 16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/>
            <p:cNvCxnSpPr/>
            <p:nvPr/>
          </p:nvCxnSpPr>
          <p:spPr>
            <a:xfrm>
              <a:off x="10106501" y="3826980"/>
              <a:ext cx="4293499" cy="4320552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/>
          <p:cNvGrpSpPr/>
          <p:nvPr/>
        </p:nvGrpSpPr>
        <p:grpSpPr>
          <a:xfrm>
            <a:off x="9633206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dirty="0" smtClean="0">
                  <a:solidFill>
                    <a:schemeClr val="tx1"/>
                  </a:solidFill>
                </a:rPr>
                <a:t>∞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2</a:t>
              </a:r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78801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2527231" y="6315844"/>
            <a:ext cx="4998235" cy="4998318"/>
            <a:chOff x="7200000" y="1800000"/>
            <a:chExt cx="8856000" cy="8856000"/>
          </a:xfrm>
        </p:grpSpPr>
        <p:sp>
          <p:nvSpPr>
            <p:cNvPr id="48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/>
            <p:cNvCxnSpPr/>
            <p:nvPr/>
          </p:nvCxnSpPr>
          <p:spPr>
            <a:xfrm>
              <a:off x="10106501" y="3826980"/>
              <a:ext cx="4293499" cy="4320552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/>
          <p:cNvGrpSpPr/>
          <p:nvPr/>
        </p:nvGrpSpPr>
        <p:grpSpPr>
          <a:xfrm>
            <a:off x="3764498" y="6315844"/>
            <a:ext cx="4998235" cy="4998318"/>
            <a:chOff x="7200000" y="1800000"/>
            <a:chExt cx="8856000" cy="8856000"/>
          </a:xfrm>
        </p:grpSpPr>
        <p:sp>
          <p:nvSpPr>
            <p:cNvPr id="16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4" name="正方形/長方形 23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28" name="直線矢印コネクタ 27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/>
            <p:cNvCxnSpPr/>
            <p:nvPr/>
          </p:nvCxnSpPr>
          <p:spPr>
            <a:xfrm>
              <a:off x="10106501" y="3826980"/>
              <a:ext cx="4293499" cy="4320552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/>
          <p:cNvGrpSpPr/>
          <p:nvPr/>
        </p:nvGrpSpPr>
        <p:grpSpPr>
          <a:xfrm>
            <a:off x="12527231" y="658763"/>
            <a:ext cx="4998235" cy="4998318"/>
            <a:chOff x="7200000" y="1800000"/>
            <a:chExt cx="8856000" cy="8856000"/>
          </a:xfrm>
        </p:grpSpPr>
        <p:sp>
          <p:nvSpPr>
            <p:cNvPr id="32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45" name="直線矢印コネクタ 44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矢印コネクタ 45"/>
            <p:cNvCxnSpPr/>
            <p:nvPr/>
          </p:nvCxnSpPr>
          <p:spPr>
            <a:xfrm>
              <a:off x="10106501" y="3826980"/>
              <a:ext cx="4293499" cy="4320552"/>
            </a:xfrm>
            <a:prstGeom prst="straightConnector1">
              <a:avLst/>
            </a:prstGeom>
            <a:ln w="762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/>
          <p:cNvGrpSpPr/>
          <p:nvPr/>
        </p:nvGrpSpPr>
        <p:grpSpPr>
          <a:xfrm>
            <a:off x="3764498" y="658763"/>
            <a:ext cx="4998235" cy="4998318"/>
            <a:chOff x="7200000" y="1800000"/>
            <a:chExt cx="8856000" cy="8856000"/>
          </a:xfrm>
        </p:grpSpPr>
        <p:sp>
          <p:nvSpPr>
            <p:cNvPr id="49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0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1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正方形/長方形 52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4" name="正方形/長方形 53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5" name="正方形/長方形 54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6" name="正方形/長方形 55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58" name="直線矢印コネクタ 57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矢印コネクタ 58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77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5212478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2</a:t>
              </a:r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7887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4717914" y="633686"/>
            <a:ext cx="4998235" cy="5073550"/>
            <a:chOff x="7200000" y="1666704"/>
            <a:chExt cx="8856000" cy="8989296"/>
          </a:xfrm>
        </p:grpSpPr>
        <p:sp>
          <p:nvSpPr>
            <p:cNvPr id="48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12" name="直線矢印コネクタ 11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/>
            <p:cNvCxnSpPr/>
            <p:nvPr/>
          </p:nvCxnSpPr>
          <p:spPr>
            <a:xfrm flipH="1" flipV="1">
              <a:off x="9206385" y="1666704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グループ化 15"/>
          <p:cNvGrpSpPr/>
          <p:nvPr/>
        </p:nvGrpSpPr>
        <p:grpSpPr>
          <a:xfrm>
            <a:off x="8145865" y="633686"/>
            <a:ext cx="4998235" cy="4998318"/>
            <a:chOff x="7200000" y="1800000"/>
            <a:chExt cx="8856000" cy="8856000"/>
          </a:xfrm>
        </p:grpSpPr>
        <p:sp>
          <p:nvSpPr>
            <p:cNvPr id="17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正方形/長方形 22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4" name="正方形/長方形 23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30" name="直線矢印コネクタ 29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/>
            <p:cNvCxnSpPr/>
            <p:nvPr/>
          </p:nvCxnSpPr>
          <p:spPr>
            <a:xfrm flipH="1">
              <a:off x="15785754" y="3592752"/>
              <a:ext cx="14576" cy="5236509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グループ化 31"/>
          <p:cNvGrpSpPr/>
          <p:nvPr/>
        </p:nvGrpSpPr>
        <p:grpSpPr>
          <a:xfrm>
            <a:off x="1573815" y="633686"/>
            <a:ext cx="4998235" cy="5073550"/>
            <a:chOff x="7200000" y="1666704"/>
            <a:chExt cx="8856000" cy="8989296"/>
          </a:xfrm>
        </p:grpSpPr>
        <p:sp>
          <p:nvSpPr>
            <p:cNvPr id="33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7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" name="正方形/長方形 38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46" name="直線矢印コネクタ 45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矢印コネクタ 46"/>
            <p:cNvCxnSpPr/>
            <p:nvPr/>
          </p:nvCxnSpPr>
          <p:spPr>
            <a:xfrm flipH="1" flipV="1">
              <a:off x="9206385" y="1666704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グループ化 49"/>
          <p:cNvGrpSpPr/>
          <p:nvPr/>
        </p:nvGrpSpPr>
        <p:grpSpPr>
          <a:xfrm>
            <a:off x="1573814" y="6340922"/>
            <a:ext cx="4998235" cy="4998318"/>
            <a:chOff x="7200000" y="1800000"/>
            <a:chExt cx="8856000" cy="8856000"/>
          </a:xfrm>
        </p:grpSpPr>
        <p:sp>
          <p:nvSpPr>
            <p:cNvPr id="51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2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3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4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5" name="正方形/長方形 54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6" name="正方形/長方形 55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7" name="正方形/長方形 56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8" name="正方形/長方形 57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9" name="正方形/長方形 58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60" name="直線矢印コネクタ 59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/>
            <p:cNvCxnSpPr/>
            <p:nvPr/>
          </p:nvCxnSpPr>
          <p:spPr>
            <a:xfrm flipH="1">
              <a:off x="15785754" y="3592752"/>
              <a:ext cx="14576" cy="5236509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グループ化 62"/>
          <p:cNvGrpSpPr/>
          <p:nvPr/>
        </p:nvGrpSpPr>
        <p:grpSpPr>
          <a:xfrm>
            <a:off x="8145863" y="6340922"/>
            <a:ext cx="4998235" cy="4998318"/>
            <a:chOff x="7200000" y="1800000"/>
            <a:chExt cx="8856000" cy="8856000"/>
          </a:xfrm>
        </p:grpSpPr>
        <p:sp>
          <p:nvSpPr>
            <p:cNvPr id="64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5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6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7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9" name="正方形/長方形 68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73" name="直線矢印コネクタ 72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/>
            <p:cNvCxnSpPr/>
            <p:nvPr/>
          </p:nvCxnSpPr>
          <p:spPr>
            <a:xfrm flipH="1">
              <a:off x="15785754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グループ化 74"/>
          <p:cNvGrpSpPr/>
          <p:nvPr/>
        </p:nvGrpSpPr>
        <p:grpSpPr>
          <a:xfrm>
            <a:off x="14717912" y="6340922"/>
            <a:ext cx="4998235" cy="4998318"/>
            <a:chOff x="7200000" y="1800000"/>
            <a:chExt cx="8856000" cy="8856000"/>
          </a:xfrm>
        </p:grpSpPr>
        <p:sp>
          <p:nvSpPr>
            <p:cNvPr id="76" name="Google Shape;88;p1"/>
            <p:cNvSpPr/>
            <p:nvPr/>
          </p:nvSpPr>
          <p:spPr>
            <a:xfrm>
              <a:off x="7200000" y="18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Google Shape;88;p1"/>
            <p:cNvSpPr/>
            <p:nvPr/>
          </p:nvSpPr>
          <p:spPr>
            <a:xfrm>
              <a:off x="14400000" y="1800000"/>
              <a:ext cx="1656000" cy="1656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8" name="Google Shape;88;p1"/>
            <p:cNvSpPr/>
            <p:nvPr/>
          </p:nvSpPr>
          <p:spPr>
            <a:xfrm>
              <a:off x="72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Google Shape;88;p1"/>
            <p:cNvSpPr/>
            <p:nvPr/>
          </p:nvSpPr>
          <p:spPr>
            <a:xfrm>
              <a:off x="14400000" y="9000000"/>
              <a:ext cx="1656000" cy="16560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0" name="正方形/長方形 79"/>
            <p:cNvSpPr/>
            <p:nvPr/>
          </p:nvSpPr>
          <p:spPr>
            <a:xfrm>
              <a:off x="8913545" y="2320605"/>
              <a:ext cx="5406992" cy="6147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1" name="正方形/長方形 80"/>
            <p:cNvSpPr/>
            <p:nvPr/>
          </p:nvSpPr>
          <p:spPr>
            <a:xfrm rot="2704202">
              <a:off x="7432356" y="5962454"/>
              <a:ext cx="8369485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8913546" y="9520605"/>
              <a:ext cx="5406992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77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14921338" y="3550952"/>
              <a:ext cx="613325" cy="540639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cxnSp>
          <p:nvCxnSpPr>
            <p:cNvPr id="85" name="直線矢印コネクタ 84"/>
            <p:cNvCxnSpPr/>
            <p:nvPr/>
          </p:nvCxnSpPr>
          <p:spPr>
            <a:xfrm flipH="1" flipV="1">
              <a:off x="9232820" y="2043713"/>
              <a:ext cx="4611481" cy="5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矢印コネクタ 85"/>
            <p:cNvCxnSpPr/>
            <p:nvPr/>
          </p:nvCxnSpPr>
          <p:spPr>
            <a:xfrm flipH="1">
              <a:off x="15785754" y="3592752"/>
              <a:ext cx="14576" cy="5236509"/>
            </a:xfrm>
            <a:prstGeom prst="straightConnector1">
              <a:avLst/>
            </a:prstGeom>
            <a:ln w="76200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矢印コネクタ 86"/>
            <p:cNvCxnSpPr/>
            <p:nvPr/>
          </p:nvCxnSpPr>
          <p:spPr>
            <a:xfrm flipH="1">
              <a:off x="7399472" y="3592752"/>
              <a:ext cx="14576" cy="5236509"/>
            </a:xfrm>
            <a:prstGeom prst="straightConnector1">
              <a:avLst/>
            </a:prstGeom>
            <a:ln w="762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1731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5212478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2</a:t>
              </a:r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536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5212478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2</a:t>
              </a:r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25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20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827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5212478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950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/>
          <p:cNvGrpSpPr/>
          <p:nvPr/>
        </p:nvGrpSpPr>
        <p:grpSpPr>
          <a:xfrm>
            <a:off x="5212478" y="3095380"/>
            <a:ext cx="10865007" cy="5782165"/>
            <a:chOff x="9762718" y="3343315"/>
            <a:chExt cx="10865007" cy="5782165"/>
          </a:xfrm>
        </p:grpSpPr>
        <p:sp>
          <p:nvSpPr>
            <p:cNvPr id="16" name="Rectangle 50"/>
            <p:cNvSpPr/>
            <p:nvPr/>
          </p:nvSpPr>
          <p:spPr>
            <a:xfrm>
              <a:off x="11263869" y="8168837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18" name="Rectangle 52"/>
            <p:cNvSpPr/>
            <p:nvPr/>
          </p:nvSpPr>
          <p:spPr>
            <a:xfrm>
              <a:off x="13140427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54"/>
            <p:cNvSpPr/>
            <p:nvPr/>
          </p:nvSpPr>
          <p:spPr>
            <a:xfrm>
              <a:off x="15016985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56"/>
            <p:cNvSpPr/>
            <p:nvPr/>
          </p:nvSpPr>
          <p:spPr>
            <a:xfrm>
              <a:off x="1689354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58"/>
            <p:cNvSpPr/>
            <p:nvPr/>
          </p:nvSpPr>
          <p:spPr>
            <a:xfrm>
              <a:off x="18770103" y="8168837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50"/>
            <p:cNvSpPr/>
            <p:nvPr/>
          </p:nvSpPr>
          <p:spPr>
            <a:xfrm>
              <a:off x="9762718" y="5184209"/>
              <a:ext cx="1466851" cy="3941271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スタート</a:t>
              </a:r>
              <a:endParaRPr sz="2800" dirty="0"/>
            </a:p>
          </p:txBody>
        </p:sp>
        <p:sp>
          <p:nvSpPr>
            <p:cNvPr id="26" name="Rectangle 50"/>
            <p:cNvSpPr/>
            <p:nvPr/>
          </p:nvSpPr>
          <p:spPr>
            <a:xfrm>
              <a:off x="11263869" y="7173961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28" name="Rectangle 52"/>
            <p:cNvSpPr/>
            <p:nvPr/>
          </p:nvSpPr>
          <p:spPr>
            <a:xfrm>
              <a:off x="13140427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54"/>
            <p:cNvSpPr/>
            <p:nvPr/>
          </p:nvSpPr>
          <p:spPr>
            <a:xfrm>
              <a:off x="15016985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56"/>
            <p:cNvSpPr/>
            <p:nvPr/>
          </p:nvSpPr>
          <p:spPr>
            <a:xfrm>
              <a:off x="1689354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58"/>
            <p:cNvSpPr/>
            <p:nvPr/>
          </p:nvSpPr>
          <p:spPr>
            <a:xfrm>
              <a:off x="18770103" y="7173961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50"/>
            <p:cNvSpPr/>
            <p:nvPr/>
          </p:nvSpPr>
          <p:spPr>
            <a:xfrm>
              <a:off x="11263869" y="6179085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34" name="Rectangle 52"/>
            <p:cNvSpPr/>
            <p:nvPr/>
          </p:nvSpPr>
          <p:spPr>
            <a:xfrm>
              <a:off x="13140427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54"/>
            <p:cNvSpPr/>
            <p:nvPr/>
          </p:nvSpPr>
          <p:spPr>
            <a:xfrm>
              <a:off x="15016985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ctangle 56"/>
            <p:cNvSpPr/>
            <p:nvPr/>
          </p:nvSpPr>
          <p:spPr>
            <a:xfrm>
              <a:off x="1689354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lang="ja-JP" altLang="en-US" sz="40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58"/>
            <p:cNvSpPr/>
            <p:nvPr/>
          </p:nvSpPr>
          <p:spPr>
            <a:xfrm>
              <a:off x="18770103" y="6179085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50"/>
            <p:cNvSpPr/>
            <p:nvPr/>
          </p:nvSpPr>
          <p:spPr>
            <a:xfrm>
              <a:off x="11263869" y="5184209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42" name="Rectangle 52"/>
            <p:cNvSpPr/>
            <p:nvPr/>
          </p:nvSpPr>
          <p:spPr>
            <a:xfrm>
              <a:off x="13140427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 54"/>
            <p:cNvSpPr/>
            <p:nvPr/>
          </p:nvSpPr>
          <p:spPr>
            <a:xfrm>
              <a:off x="15016985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>
                  <a:solidFill>
                    <a:schemeClr val="tx1"/>
                  </a:solidFill>
                </a:rPr>
                <a:t>13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56"/>
            <p:cNvSpPr/>
            <p:nvPr/>
          </p:nvSpPr>
          <p:spPr>
            <a:xfrm>
              <a:off x="1689354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>
                  <a:solidFill>
                    <a:schemeClr val="tx1"/>
                  </a:solidFill>
                </a:rPr>
                <a:t>5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58"/>
            <p:cNvSpPr/>
            <p:nvPr/>
          </p:nvSpPr>
          <p:spPr>
            <a:xfrm>
              <a:off x="18770103" y="5184209"/>
              <a:ext cx="1857622" cy="95664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D0D0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>
                  <a:solidFill>
                    <a:schemeClr val="tx1"/>
                  </a:solidFill>
                </a:rPr>
                <a:t>10</a:t>
              </a:r>
              <a:endParaRPr sz="40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50"/>
            <p:cNvSpPr/>
            <p:nvPr/>
          </p:nvSpPr>
          <p:spPr>
            <a:xfrm>
              <a:off x="18770103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/>
                <a:t>D</a:t>
              </a:r>
              <a:endParaRPr sz="4000" dirty="0"/>
            </a:p>
          </p:txBody>
        </p:sp>
        <p:sp>
          <p:nvSpPr>
            <p:cNvPr id="49" name="Rectangle 50"/>
            <p:cNvSpPr/>
            <p:nvPr/>
          </p:nvSpPr>
          <p:spPr>
            <a:xfrm>
              <a:off x="1689985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C</a:t>
              </a:r>
              <a:endParaRPr sz="4000" dirty="0"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016985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dirty="0" smtClean="0"/>
                <a:t>B</a:t>
              </a:r>
              <a:endParaRPr sz="4000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13140427" y="4189466"/>
              <a:ext cx="1857622" cy="956643"/>
            </a:xfrm>
            <a:prstGeom prst="rect">
              <a:avLst/>
            </a:prstGeom>
            <a:solidFill>
              <a:srgbClr val="013CA6"/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4000" dirty="0" smtClean="0"/>
                <a:t>A</a:t>
              </a:r>
              <a:endParaRPr sz="4000" dirty="0"/>
            </a:p>
          </p:txBody>
        </p:sp>
        <p:sp>
          <p:nvSpPr>
            <p:cNvPr id="52" name="Rectangle 50"/>
            <p:cNvSpPr/>
            <p:nvPr/>
          </p:nvSpPr>
          <p:spPr>
            <a:xfrm>
              <a:off x="13140427" y="3343316"/>
              <a:ext cx="7487298" cy="806754"/>
            </a:xfrm>
            <a:prstGeom prst="rect">
              <a:avLst/>
            </a:prstGeom>
            <a:solidFill>
              <a:srgbClr val="013CA6"/>
            </a:solidFill>
            <a:ln w="1905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dirty="0"/>
                <a:t>ゴール</a:t>
              </a:r>
              <a:endParaRPr sz="2800" dirty="0"/>
            </a:p>
          </p:txBody>
        </p:sp>
        <p:sp>
          <p:nvSpPr>
            <p:cNvPr id="53" name="Rectangle 50"/>
            <p:cNvSpPr/>
            <p:nvPr/>
          </p:nvSpPr>
          <p:spPr>
            <a:xfrm>
              <a:off x="9762719" y="3343315"/>
              <a:ext cx="3358772" cy="18027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7565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AIブログ">
      <a:dk1>
        <a:srgbClr val="000000"/>
      </a:dk1>
      <a:lt1>
        <a:srgbClr val="FFFFFF"/>
      </a:lt1>
      <a:dk2>
        <a:srgbClr val="013CA6"/>
      </a:dk2>
      <a:lt2>
        <a:srgbClr val="BDE4FC"/>
      </a:lt2>
      <a:accent1>
        <a:srgbClr val="013CA6"/>
      </a:accent1>
      <a:accent2>
        <a:srgbClr val="BDE4FC"/>
      </a:accent2>
      <a:accent3>
        <a:srgbClr val="F3FAFE"/>
      </a:accent3>
      <a:accent4>
        <a:srgbClr val="00B050"/>
      </a:accent4>
      <a:accent5>
        <a:srgbClr val="EBA81A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374</Words>
  <Application>Microsoft Office PowerPoint</Application>
  <PresentationFormat>ユーザー設定</PresentationFormat>
  <Paragraphs>334</Paragraphs>
  <Slides>11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2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20</cp:revision>
  <dcterms:created xsi:type="dcterms:W3CDTF">2013-01-27T09:14:16Z</dcterms:created>
  <dcterms:modified xsi:type="dcterms:W3CDTF">2026-06-07T15:16:19Z</dcterms:modified>
</cp:coreProperties>
</file>