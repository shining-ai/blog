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21289963" cy="1197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124" y="-1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type="obj">
  <p:cSld name="タイトルとコンテンツ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2"/>
          <p:cNvSpPr txBox="1">
            <a:spLocks noGrp="1"/>
          </p:cNvSpPr>
          <p:nvPr>
            <p:ph type="body" idx="1"/>
          </p:nvPr>
        </p:nvSpPr>
        <p:spPr>
          <a:xfrm>
            <a:off x="1064498" y="2793687"/>
            <a:ext cx="19160967" cy="7901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326" lvl="2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5543" lvl="4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2651" lvl="5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42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2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2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66714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 type="secHead">
  <p:cSld name="セクション見出し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4"/>
          <p:cNvSpPr txBox="1">
            <a:spLocks noGrp="1"/>
          </p:cNvSpPr>
          <p:nvPr>
            <p:ph type="title"/>
          </p:nvPr>
        </p:nvSpPr>
        <p:spPr>
          <a:xfrm>
            <a:off x="1681761" y="7693718"/>
            <a:ext cx="18096468" cy="2377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00"/>
              <a:buFont typeface="Arial"/>
              <a:buNone/>
              <a:defRPr sz="83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4"/>
          <p:cNvSpPr txBox="1">
            <a:spLocks noGrp="1"/>
          </p:cNvSpPr>
          <p:nvPr>
            <p:ph type="body" idx="1"/>
          </p:nvPr>
        </p:nvSpPr>
        <p:spPr>
          <a:xfrm>
            <a:off x="1681761" y="5074637"/>
            <a:ext cx="18096468" cy="2619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b" anchorCtr="0">
            <a:normAutofit/>
          </a:bodyPr>
          <a:lstStyle>
            <a:lvl1pPr marL="457109" lvl="0" indent="-228554" algn="l">
              <a:spcBef>
                <a:spcPts val="840"/>
              </a:spcBef>
              <a:spcAft>
                <a:spcPts val="0"/>
              </a:spcAft>
              <a:buClr>
                <a:srgbClr val="888888"/>
              </a:buClr>
              <a:buSzPts val="4200"/>
              <a:buNone/>
              <a:defRPr sz="4200">
                <a:solidFill>
                  <a:srgbClr val="888888"/>
                </a:solidFill>
              </a:defRPr>
            </a:lvl1pPr>
            <a:lvl2pPr marL="914217" lvl="1" indent="-228554" algn="l">
              <a:spcBef>
                <a:spcPts val="74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 sz="3700">
                <a:solidFill>
                  <a:srgbClr val="888888"/>
                </a:solidFill>
              </a:defRPr>
            </a:lvl2pPr>
            <a:lvl3pPr marL="1371326" lvl="2" indent="-228554" algn="l">
              <a:spcBef>
                <a:spcPts val="660"/>
              </a:spcBef>
              <a:spcAft>
                <a:spcPts val="0"/>
              </a:spcAft>
              <a:buClr>
                <a:srgbClr val="888888"/>
              </a:buClr>
              <a:buSzPts val="3300"/>
              <a:buNone/>
              <a:defRPr sz="3300">
                <a:solidFill>
                  <a:srgbClr val="888888"/>
                </a:solidFill>
              </a:defRPr>
            </a:lvl3pPr>
            <a:lvl4pPr marL="1828434" lvl="3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4pPr>
            <a:lvl5pPr marL="2285543" lvl="4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5pPr>
            <a:lvl6pPr marL="2742651" lvl="5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6pPr>
            <a:lvl7pPr marL="3199760" lvl="6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7pPr>
            <a:lvl8pPr marL="3656868" lvl="7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8pPr>
            <a:lvl9pPr marL="4113977" lvl="8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4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4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4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84122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 type="twoObj">
  <p:cSld name="2 つのコンテンツ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5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5"/>
          <p:cNvSpPr txBox="1">
            <a:spLocks noGrp="1"/>
          </p:cNvSpPr>
          <p:nvPr>
            <p:ph type="body" idx="1"/>
          </p:nvPr>
        </p:nvSpPr>
        <p:spPr>
          <a:xfrm>
            <a:off x="2480135" y="4877864"/>
            <a:ext cx="22128993" cy="1379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596781" algn="l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Char char="•"/>
              <a:defRPr sz="5800"/>
            </a:lvl1pPr>
            <a:lvl2pPr marL="914217" lvl="1" indent="-545991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–"/>
              <a:defRPr sz="5000"/>
            </a:lvl2pPr>
            <a:lvl3pPr marL="1371326" lvl="2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3pPr>
            <a:lvl4pPr marL="1828434" lvl="3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4pPr>
            <a:lvl5pPr marL="2285543" lvl="4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»"/>
              <a:defRPr sz="3700"/>
            </a:lvl5pPr>
            <a:lvl6pPr marL="2742651" lvl="5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6pPr>
            <a:lvl7pPr marL="3199760" lvl="6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7pPr>
            <a:lvl8pPr marL="3656868" lvl="7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8pPr>
            <a:lvl9pPr marL="4113977" lvl="8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9pPr>
          </a:lstStyle>
          <a:p>
            <a:endParaRPr/>
          </a:p>
        </p:txBody>
      </p:sp>
      <p:sp>
        <p:nvSpPr>
          <p:cNvPr id="36" name="Google Shape;36;p45"/>
          <p:cNvSpPr txBox="1">
            <a:spLocks noGrp="1"/>
          </p:cNvSpPr>
          <p:nvPr>
            <p:ph type="body" idx="2"/>
          </p:nvPr>
        </p:nvSpPr>
        <p:spPr>
          <a:xfrm>
            <a:off x="24963961" y="4877864"/>
            <a:ext cx="22132690" cy="1379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596781" algn="l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Char char="•"/>
              <a:defRPr sz="5800"/>
            </a:lvl1pPr>
            <a:lvl2pPr marL="914217" lvl="1" indent="-545991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–"/>
              <a:defRPr sz="5000"/>
            </a:lvl2pPr>
            <a:lvl3pPr marL="1371326" lvl="2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3pPr>
            <a:lvl4pPr marL="1828434" lvl="3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4pPr>
            <a:lvl5pPr marL="2285543" lvl="4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»"/>
              <a:defRPr sz="3700"/>
            </a:lvl5pPr>
            <a:lvl6pPr marL="2742651" lvl="5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6pPr>
            <a:lvl7pPr marL="3199760" lvl="6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7pPr>
            <a:lvl8pPr marL="3656868" lvl="7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8pPr>
            <a:lvl9pPr marL="4113977" lvl="8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9pPr>
          </a:lstStyle>
          <a:p>
            <a:endParaRPr/>
          </a:p>
        </p:txBody>
      </p:sp>
      <p:sp>
        <p:nvSpPr>
          <p:cNvPr id="37" name="Google Shape;37;p45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5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5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46545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比較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6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6"/>
          <p:cNvSpPr txBox="1">
            <a:spLocks noGrp="1"/>
          </p:cNvSpPr>
          <p:nvPr>
            <p:ph type="body" idx="1"/>
          </p:nvPr>
        </p:nvSpPr>
        <p:spPr>
          <a:xfrm>
            <a:off x="1064499" y="2680051"/>
            <a:ext cx="9406764" cy="1116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b" anchorCtr="0">
            <a:normAutofit/>
          </a:bodyPr>
          <a:lstStyle>
            <a:lvl1pPr marL="457109" lvl="0" indent="-228554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 b="1"/>
            </a:lvl1pPr>
            <a:lvl2pPr marL="914217" lvl="1" indent="-228554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 b="1"/>
            </a:lvl2pPr>
            <a:lvl3pPr marL="1371326" lvl="2" indent="-228554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 b="1"/>
            </a:lvl3pPr>
            <a:lvl4pPr marL="1828434" lvl="3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4pPr>
            <a:lvl5pPr marL="2285543" lvl="4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5pPr>
            <a:lvl6pPr marL="2742651" lvl="5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6pPr>
            <a:lvl7pPr marL="3199760" lvl="6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7pPr>
            <a:lvl8pPr marL="3656868" lvl="7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8pPr>
            <a:lvl9pPr marL="4113977" lvl="8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9pPr>
          </a:lstStyle>
          <a:p>
            <a:endParaRPr/>
          </a:p>
        </p:txBody>
      </p:sp>
      <p:sp>
        <p:nvSpPr>
          <p:cNvPr id="43" name="Google Shape;43;p46"/>
          <p:cNvSpPr txBox="1">
            <a:spLocks noGrp="1"/>
          </p:cNvSpPr>
          <p:nvPr>
            <p:ph type="body" idx="2"/>
          </p:nvPr>
        </p:nvSpPr>
        <p:spPr>
          <a:xfrm>
            <a:off x="1064499" y="3796970"/>
            <a:ext cx="9406764" cy="689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545991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1pPr>
            <a:lvl2pPr marL="914217" lvl="1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–"/>
              <a:defRPr sz="4200"/>
            </a:lvl2pPr>
            <a:lvl3pPr marL="1371326" lvl="2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3pPr>
            <a:lvl4pPr marL="1828434" lvl="3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–"/>
              <a:defRPr sz="3300"/>
            </a:lvl4pPr>
            <a:lvl5pPr marL="2285543" lvl="4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»"/>
              <a:defRPr sz="3300"/>
            </a:lvl5pPr>
            <a:lvl6pPr marL="2742651" lvl="5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6pPr>
            <a:lvl7pPr marL="3199760" lvl="6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7pPr>
            <a:lvl8pPr marL="3656868" lvl="7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8pPr>
            <a:lvl9pPr marL="4113977" lvl="8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9pPr>
          </a:lstStyle>
          <a:p>
            <a:endParaRPr/>
          </a:p>
        </p:txBody>
      </p:sp>
      <p:sp>
        <p:nvSpPr>
          <p:cNvPr id="44" name="Google Shape;44;p46"/>
          <p:cNvSpPr txBox="1">
            <a:spLocks noGrp="1"/>
          </p:cNvSpPr>
          <p:nvPr>
            <p:ph type="body" idx="3"/>
          </p:nvPr>
        </p:nvSpPr>
        <p:spPr>
          <a:xfrm>
            <a:off x="10815011" y="2680051"/>
            <a:ext cx="9410460" cy="1116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b" anchorCtr="0">
            <a:normAutofit/>
          </a:bodyPr>
          <a:lstStyle>
            <a:lvl1pPr marL="457109" lvl="0" indent="-228554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 b="1"/>
            </a:lvl1pPr>
            <a:lvl2pPr marL="914217" lvl="1" indent="-228554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 b="1"/>
            </a:lvl2pPr>
            <a:lvl3pPr marL="1371326" lvl="2" indent="-228554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 b="1"/>
            </a:lvl3pPr>
            <a:lvl4pPr marL="1828434" lvl="3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4pPr>
            <a:lvl5pPr marL="2285543" lvl="4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5pPr>
            <a:lvl6pPr marL="2742651" lvl="5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6pPr>
            <a:lvl7pPr marL="3199760" lvl="6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7pPr>
            <a:lvl8pPr marL="3656868" lvl="7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8pPr>
            <a:lvl9pPr marL="4113977" lvl="8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9pPr>
          </a:lstStyle>
          <a:p>
            <a:endParaRPr/>
          </a:p>
        </p:txBody>
      </p:sp>
      <p:sp>
        <p:nvSpPr>
          <p:cNvPr id="45" name="Google Shape;45;p46"/>
          <p:cNvSpPr txBox="1">
            <a:spLocks noGrp="1"/>
          </p:cNvSpPr>
          <p:nvPr>
            <p:ph type="body" idx="4"/>
          </p:nvPr>
        </p:nvSpPr>
        <p:spPr>
          <a:xfrm>
            <a:off x="10815011" y="3796970"/>
            <a:ext cx="9410460" cy="689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545991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1pPr>
            <a:lvl2pPr marL="914217" lvl="1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–"/>
              <a:defRPr sz="4200"/>
            </a:lvl2pPr>
            <a:lvl3pPr marL="1371326" lvl="2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3pPr>
            <a:lvl4pPr marL="1828434" lvl="3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–"/>
              <a:defRPr sz="3300"/>
            </a:lvl4pPr>
            <a:lvl5pPr marL="2285543" lvl="4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»"/>
              <a:defRPr sz="3300"/>
            </a:lvl5pPr>
            <a:lvl6pPr marL="2742651" lvl="5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6pPr>
            <a:lvl7pPr marL="3199760" lvl="6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7pPr>
            <a:lvl8pPr marL="3656868" lvl="7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8pPr>
            <a:lvl9pPr marL="4113977" lvl="8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9pPr>
          </a:lstStyle>
          <a:p>
            <a:endParaRPr/>
          </a:p>
        </p:txBody>
      </p:sp>
      <p:sp>
        <p:nvSpPr>
          <p:cNvPr id="46" name="Google Shape;46;p46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6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6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02623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タイトルのみ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7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7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7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7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87688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&#10;コンテンツ" type="objTx">
  <p:cSld name="タイトル付きの&#10;コンテンツ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9"/>
          <p:cNvSpPr txBox="1">
            <a:spLocks noGrp="1"/>
          </p:cNvSpPr>
          <p:nvPr>
            <p:ph type="title"/>
          </p:nvPr>
        </p:nvSpPr>
        <p:spPr>
          <a:xfrm>
            <a:off x="1064501" y="476700"/>
            <a:ext cx="7004251" cy="202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9"/>
          <p:cNvSpPr txBox="1">
            <a:spLocks noGrp="1"/>
          </p:cNvSpPr>
          <p:nvPr>
            <p:ph type="body" idx="1"/>
          </p:nvPr>
        </p:nvSpPr>
        <p:spPr>
          <a:xfrm>
            <a:off x="8323784" y="476704"/>
            <a:ext cx="11901681" cy="1021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653919" algn="l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Char char="•"/>
              <a:defRPr sz="6700"/>
            </a:lvl1pPr>
            <a:lvl2pPr marL="914217" lvl="1" indent="-596781" algn="l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Char char="–"/>
              <a:defRPr sz="5800"/>
            </a:lvl2pPr>
            <a:lvl3pPr marL="1371326" lvl="2" indent="-545991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3pPr>
            <a:lvl4pPr marL="1828434" lvl="3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–"/>
              <a:defRPr sz="4200"/>
            </a:lvl4pPr>
            <a:lvl5pPr marL="2285543" lvl="4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»"/>
              <a:defRPr sz="4200"/>
            </a:lvl5pPr>
            <a:lvl6pPr marL="2742651" lvl="5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6pPr>
            <a:lvl7pPr marL="3199760" lvl="6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7pPr>
            <a:lvl8pPr marL="3656868" lvl="7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8pPr>
            <a:lvl9pPr marL="4113977" lvl="8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9pPr>
          </a:lstStyle>
          <a:p>
            <a:endParaRPr/>
          </a:p>
        </p:txBody>
      </p:sp>
      <p:sp>
        <p:nvSpPr>
          <p:cNvPr id="61" name="Google Shape;61;p49"/>
          <p:cNvSpPr txBox="1">
            <a:spLocks noGrp="1"/>
          </p:cNvSpPr>
          <p:nvPr>
            <p:ph type="body" idx="2"/>
          </p:nvPr>
        </p:nvSpPr>
        <p:spPr>
          <a:xfrm>
            <a:off x="1064501" y="2505450"/>
            <a:ext cx="7004251" cy="81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228554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1pPr>
            <a:lvl2pPr marL="914217" lvl="1" indent="-228554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2pPr>
            <a:lvl3pPr marL="1371326" lvl="2" indent="-228554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3pPr>
            <a:lvl4pPr marL="1828434" lvl="3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4pPr>
            <a:lvl5pPr marL="2285543" lvl="4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5pPr>
            <a:lvl6pPr marL="2742651" lvl="5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6pPr>
            <a:lvl7pPr marL="3199760" lvl="6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7pPr>
            <a:lvl8pPr marL="3656868" lvl="7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8pPr>
            <a:lvl9pPr marL="4113977" lvl="8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62" name="Google Shape;62;p49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9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9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52678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 type="picTx">
  <p:cSld name="タイトル付きの図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0"/>
          <p:cNvSpPr txBox="1">
            <a:spLocks noGrp="1"/>
          </p:cNvSpPr>
          <p:nvPr>
            <p:ph type="title"/>
          </p:nvPr>
        </p:nvSpPr>
        <p:spPr>
          <a:xfrm>
            <a:off x="4172982" y="8381048"/>
            <a:ext cx="12773979" cy="98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0"/>
          <p:cNvSpPr>
            <a:spLocks noGrp="1"/>
          </p:cNvSpPr>
          <p:nvPr>
            <p:ph type="pic" idx="2"/>
          </p:nvPr>
        </p:nvSpPr>
        <p:spPr>
          <a:xfrm>
            <a:off x="4172982" y="1069803"/>
            <a:ext cx="12773979" cy="718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R="0" lvl="0" algn="l" rtl="0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Arial"/>
              <a:buNone/>
              <a:defRPr sz="6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Arial"/>
              <a:buNone/>
              <a:defRPr sz="5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50"/>
          <p:cNvSpPr txBox="1">
            <a:spLocks noGrp="1"/>
          </p:cNvSpPr>
          <p:nvPr>
            <p:ph type="body" idx="1"/>
          </p:nvPr>
        </p:nvSpPr>
        <p:spPr>
          <a:xfrm>
            <a:off x="4172982" y="9370479"/>
            <a:ext cx="12773979" cy="1405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228554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1pPr>
            <a:lvl2pPr marL="914217" lvl="1" indent="-228554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2pPr>
            <a:lvl3pPr marL="1371326" lvl="2" indent="-228554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3pPr>
            <a:lvl4pPr marL="1828434" lvl="3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4pPr>
            <a:lvl5pPr marL="2285543" lvl="4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5pPr>
            <a:lvl6pPr marL="2742651" lvl="5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6pPr>
            <a:lvl7pPr marL="3199760" lvl="6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7pPr>
            <a:lvl8pPr marL="3656868" lvl="7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8pPr>
            <a:lvl9pPr marL="4113977" lvl="8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69" name="Google Shape;69;p50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0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0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28541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&#10;縦書きテキスト" type="vertTx">
  <p:cSld name="タイトルと&#10;縦書きテキスト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1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1"/>
          <p:cNvSpPr txBox="1">
            <a:spLocks noGrp="1"/>
          </p:cNvSpPr>
          <p:nvPr>
            <p:ph type="body" idx="1"/>
          </p:nvPr>
        </p:nvSpPr>
        <p:spPr>
          <a:xfrm rot="5400000">
            <a:off x="6694194" y="-2836008"/>
            <a:ext cx="7901577" cy="1916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326" lvl="2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5543" lvl="4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2651" lvl="5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51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1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1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18574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縦書きタイトルと&#10;縦書きテキスト" type="vertTitleAndTx">
  <p:cSld name="縦書きタイトルと&#10;縦書きテキスト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2"/>
          <p:cNvSpPr txBox="1">
            <a:spLocks noGrp="1"/>
          </p:cNvSpPr>
          <p:nvPr>
            <p:ph type="title"/>
          </p:nvPr>
        </p:nvSpPr>
        <p:spPr>
          <a:xfrm rot="5400000">
            <a:off x="32602259" y="4180039"/>
            <a:ext cx="17837441" cy="11151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2"/>
          <p:cNvSpPr txBox="1">
            <a:spLocks noGrp="1"/>
          </p:cNvSpPr>
          <p:nvPr>
            <p:ph type="body" idx="1"/>
          </p:nvPr>
        </p:nvSpPr>
        <p:spPr>
          <a:xfrm rot="5400000">
            <a:off x="10116581" y="-6799446"/>
            <a:ext cx="17837441" cy="33110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326" lvl="2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5543" lvl="4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2651" lvl="5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2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2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2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76601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00"/>
              <a:buFont typeface="Arial"/>
              <a:buNone/>
              <a:defRPr sz="9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1"/>
          <p:cNvSpPr txBox="1">
            <a:spLocks noGrp="1"/>
          </p:cNvSpPr>
          <p:nvPr>
            <p:ph type="body" idx="1"/>
          </p:nvPr>
        </p:nvSpPr>
        <p:spPr>
          <a:xfrm>
            <a:off x="1064498" y="2793687"/>
            <a:ext cx="19160967" cy="7901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200" marR="0" lvl="0" indent="-654050" algn="l" rtl="0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Arial"/>
              <a:buChar char="•"/>
              <a:defRPr sz="6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596900" algn="l" rtl="0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Arial"/>
              <a:buChar char="–"/>
              <a:defRPr sz="5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5461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Char char="•"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–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»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1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3" name="Google Shape;13;p41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4" name="Google Shape;14;p41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ja-JP" kern="0" smtClean="0"/>
              <a:pPr defTabSz="914400">
                <a:buClr>
                  <a:srgbClr val="000000"/>
                </a:buClr>
                <a:buFont typeface="Arial"/>
                <a:buNone/>
              </a:pPr>
              <a:t>‹#›</a:t>
            </a:fld>
            <a:endParaRPr lang="ja-JP" altLang="en-US" kern="0"/>
          </a:p>
        </p:txBody>
      </p:sp>
    </p:spTree>
    <p:extLst>
      <p:ext uri="{BB962C8B-B14F-4D97-AF65-F5344CB8AC3E}">
        <p14:creationId xmlns:p14="http://schemas.microsoft.com/office/powerpoint/2010/main" val="212585097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88;p1"/>
          <p:cNvSpPr/>
          <p:nvPr/>
        </p:nvSpPr>
        <p:spPr>
          <a:xfrm>
            <a:off x="3173114" y="2802857"/>
            <a:ext cx="1658417" cy="15714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FFFFFF"/>
                </a:solidFill>
                <a:cs typeface="Arial"/>
                <a:sym typeface="Arial"/>
              </a:rPr>
              <a:t>A</a:t>
            </a:r>
            <a:endParaRPr sz="4800" b="1" kern="0" dirty="0">
              <a:solidFill>
                <a:srgbClr val="FFFFFF"/>
              </a:solidFill>
              <a:cs typeface="Arial"/>
              <a:sym typeface="Arial"/>
            </a:endParaRPr>
          </a:p>
        </p:txBody>
      </p:sp>
      <p:sp>
        <p:nvSpPr>
          <p:cNvPr id="22" name="Google Shape;88;p1"/>
          <p:cNvSpPr/>
          <p:nvPr/>
        </p:nvSpPr>
        <p:spPr>
          <a:xfrm>
            <a:off x="8869778" y="2802857"/>
            <a:ext cx="1658417" cy="15714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FFFFFF"/>
                </a:solidFill>
                <a:cs typeface="Arial"/>
                <a:sym typeface="Arial"/>
              </a:rPr>
              <a:t>B</a:t>
            </a:r>
            <a:endParaRPr sz="4800" b="1" kern="0" dirty="0">
              <a:solidFill>
                <a:srgbClr val="FFFFFF"/>
              </a:solidFill>
              <a:cs typeface="Arial"/>
              <a:sym typeface="Arial"/>
            </a:endParaRPr>
          </a:p>
        </p:txBody>
      </p:sp>
      <p:sp>
        <p:nvSpPr>
          <p:cNvPr id="26" name="Google Shape;88;p1"/>
          <p:cNvSpPr/>
          <p:nvPr/>
        </p:nvSpPr>
        <p:spPr>
          <a:xfrm>
            <a:off x="14566447" y="2802857"/>
            <a:ext cx="1658417" cy="15714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FFFFFF"/>
                </a:solidFill>
                <a:cs typeface="Arial"/>
                <a:sym typeface="Arial"/>
              </a:rPr>
              <a:t>C</a:t>
            </a:r>
            <a:endParaRPr sz="4800" b="1" kern="0" dirty="0">
              <a:solidFill>
                <a:srgbClr val="FFFFFF"/>
              </a:solidFill>
              <a:cs typeface="Arial"/>
              <a:sym typeface="Arial"/>
            </a:endParaRPr>
          </a:p>
        </p:txBody>
      </p:sp>
      <p:sp>
        <p:nvSpPr>
          <p:cNvPr id="27" name="Google Shape;88;p1"/>
          <p:cNvSpPr/>
          <p:nvPr/>
        </p:nvSpPr>
        <p:spPr>
          <a:xfrm>
            <a:off x="3173114" y="7936040"/>
            <a:ext cx="1658417" cy="15714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FFFFFF"/>
                </a:solidFill>
                <a:cs typeface="Arial"/>
                <a:sym typeface="Arial"/>
              </a:rPr>
              <a:t>D</a:t>
            </a:r>
            <a:endParaRPr sz="4800" b="1" kern="0" dirty="0">
              <a:solidFill>
                <a:srgbClr val="FFFFFF"/>
              </a:solidFill>
              <a:cs typeface="Arial"/>
              <a:sym typeface="Arial"/>
            </a:endParaRPr>
          </a:p>
        </p:txBody>
      </p:sp>
      <p:sp>
        <p:nvSpPr>
          <p:cNvPr id="29" name="Google Shape;88;p1"/>
          <p:cNvSpPr/>
          <p:nvPr/>
        </p:nvSpPr>
        <p:spPr>
          <a:xfrm>
            <a:off x="8869780" y="7936040"/>
            <a:ext cx="1658417" cy="15714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FFFFFF"/>
                </a:solidFill>
                <a:cs typeface="Arial"/>
                <a:sym typeface="Arial"/>
              </a:rPr>
              <a:t>E</a:t>
            </a:r>
            <a:endParaRPr sz="4800" b="1" kern="0" dirty="0">
              <a:solidFill>
                <a:srgbClr val="FFFFFF"/>
              </a:solidFill>
              <a:cs typeface="Arial"/>
              <a:sym typeface="Arial"/>
            </a:endParaRPr>
          </a:p>
        </p:txBody>
      </p:sp>
      <p:sp>
        <p:nvSpPr>
          <p:cNvPr id="30" name="Google Shape;88;p1"/>
          <p:cNvSpPr/>
          <p:nvPr/>
        </p:nvSpPr>
        <p:spPr>
          <a:xfrm>
            <a:off x="14566447" y="7936040"/>
            <a:ext cx="1658417" cy="157145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F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4819782" y="3281229"/>
            <a:ext cx="4061747" cy="6147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20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5" name="正方形/長方形 34"/>
          <p:cNvSpPr/>
          <p:nvPr/>
        </p:nvSpPr>
        <p:spPr>
          <a:xfrm>
            <a:off x="10516447" y="3281229"/>
            <a:ext cx="4061747" cy="6147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FFFFFF"/>
                </a:solidFill>
                <a:sym typeface="Arial"/>
              </a:rPr>
              <a:t>10</a:t>
            </a:r>
            <a:endParaRPr kumimoji="1" lang="ja-JP" altLang="en-US" sz="4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36" name="正方形/長方形 35"/>
          <p:cNvSpPr/>
          <p:nvPr/>
        </p:nvSpPr>
        <p:spPr>
          <a:xfrm>
            <a:off x="4819783" y="8414412"/>
            <a:ext cx="4061747" cy="6147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FFFFFF"/>
                </a:solidFill>
                <a:sym typeface="Arial"/>
              </a:rPr>
              <a:t>10</a:t>
            </a:r>
            <a:endParaRPr kumimoji="1" lang="ja-JP" altLang="en-US" sz="4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37" name="正方形/長方形 36"/>
          <p:cNvSpPr/>
          <p:nvPr/>
        </p:nvSpPr>
        <p:spPr>
          <a:xfrm>
            <a:off x="10516450" y="8414412"/>
            <a:ext cx="4061747" cy="6147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25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41" name="正方形/長方形 40"/>
          <p:cNvSpPr/>
          <p:nvPr/>
        </p:nvSpPr>
        <p:spPr>
          <a:xfrm>
            <a:off x="3695705" y="4476926"/>
            <a:ext cx="613234" cy="33565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FFFFFF"/>
                </a:solidFill>
                <a:sym typeface="Arial"/>
              </a:rPr>
              <a:t>5</a:t>
            </a:r>
            <a:endParaRPr kumimoji="1" lang="ja-JP" altLang="en-US" sz="4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44" name="正方形/長方形 43"/>
          <p:cNvSpPr/>
          <p:nvPr/>
        </p:nvSpPr>
        <p:spPr>
          <a:xfrm>
            <a:off x="9418316" y="4476926"/>
            <a:ext cx="613234" cy="33565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FFFFFF"/>
                </a:solidFill>
                <a:sym typeface="Arial"/>
              </a:rPr>
              <a:t>3</a:t>
            </a:r>
            <a:endParaRPr kumimoji="1" lang="ja-JP" altLang="en-US" sz="4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45" name="正方形/長方形 44"/>
          <p:cNvSpPr/>
          <p:nvPr/>
        </p:nvSpPr>
        <p:spPr>
          <a:xfrm>
            <a:off x="15089038" y="4476926"/>
            <a:ext cx="613234" cy="33565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FFFFFF"/>
                </a:solidFill>
                <a:sym typeface="Arial"/>
              </a:rPr>
              <a:t>7</a:t>
            </a:r>
            <a:endParaRPr kumimoji="1" lang="ja-JP" altLang="en-US" sz="4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4345117" y="2206482"/>
            <a:ext cx="498781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0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9966205" y="2206482"/>
            <a:ext cx="81292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18</a:t>
            </a: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15817926" y="2206482"/>
            <a:ext cx="81292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28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4345117" y="9537104"/>
            <a:ext cx="498781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5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9966205" y="9537104"/>
            <a:ext cx="81292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15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15817926" y="9537104"/>
            <a:ext cx="81292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35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9973152" y="1690281"/>
            <a:ext cx="81292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strike="dblStrike" kern="0" dirty="0">
                <a:solidFill>
                  <a:srgbClr val="FFFFFF">
                    <a:lumMod val="75000"/>
                  </a:srgbClr>
                </a:solidFill>
                <a:cs typeface="Arial"/>
                <a:sym typeface="Arial"/>
              </a:rPr>
              <a:t>20</a:t>
            </a: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3742908" y="586490"/>
            <a:ext cx="3520461" cy="769415"/>
          </a:xfrm>
          <a:prstGeom prst="rect">
            <a:avLst/>
          </a:prstGeom>
          <a:noFill/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rPr>
              <a:t>ダイクストラ法</a:t>
            </a:r>
          </a:p>
        </p:txBody>
      </p:sp>
    </p:spTree>
    <p:extLst>
      <p:ext uri="{BB962C8B-B14F-4D97-AF65-F5344CB8AC3E}">
        <p14:creationId xmlns:p14="http://schemas.microsoft.com/office/powerpoint/2010/main" val="2678491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88;p1"/>
          <p:cNvSpPr/>
          <p:nvPr/>
        </p:nvSpPr>
        <p:spPr>
          <a:xfrm>
            <a:off x="3173114" y="2802857"/>
            <a:ext cx="1658417" cy="15714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FFFFFF"/>
                </a:solidFill>
                <a:cs typeface="Arial"/>
                <a:sym typeface="Arial"/>
              </a:rPr>
              <a:t>A</a:t>
            </a:r>
            <a:endParaRPr sz="4800" b="1" kern="0" dirty="0">
              <a:solidFill>
                <a:srgbClr val="FFFFFF"/>
              </a:solidFill>
              <a:cs typeface="Arial"/>
              <a:sym typeface="Arial"/>
            </a:endParaRPr>
          </a:p>
        </p:txBody>
      </p:sp>
      <p:sp>
        <p:nvSpPr>
          <p:cNvPr id="22" name="Google Shape;88;p1"/>
          <p:cNvSpPr/>
          <p:nvPr/>
        </p:nvSpPr>
        <p:spPr>
          <a:xfrm>
            <a:off x="8869778" y="2802857"/>
            <a:ext cx="1658417" cy="15714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FFFFFF"/>
                </a:solidFill>
                <a:cs typeface="Arial"/>
                <a:sym typeface="Arial"/>
              </a:rPr>
              <a:t>B</a:t>
            </a:r>
            <a:endParaRPr sz="4800" b="1" kern="0" dirty="0">
              <a:solidFill>
                <a:srgbClr val="FFFFFF"/>
              </a:solidFill>
              <a:cs typeface="Arial"/>
              <a:sym typeface="Arial"/>
            </a:endParaRPr>
          </a:p>
        </p:txBody>
      </p:sp>
      <p:sp>
        <p:nvSpPr>
          <p:cNvPr id="26" name="Google Shape;88;p1"/>
          <p:cNvSpPr/>
          <p:nvPr/>
        </p:nvSpPr>
        <p:spPr>
          <a:xfrm>
            <a:off x="14566447" y="2802857"/>
            <a:ext cx="1658417" cy="157145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C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" name="Google Shape;88;p1"/>
          <p:cNvSpPr/>
          <p:nvPr/>
        </p:nvSpPr>
        <p:spPr>
          <a:xfrm>
            <a:off x="3173114" y="7936040"/>
            <a:ext cx="1658417" cy="15714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FFFFFF"/>
                </a:solidFill>
                <a:cs typeface="Arial"/>
                <a:sym typeface="Arial"/>
              </a:rPr>
              <a:t>D</a:t>
            </a:r>
            <a:endParaRPr sz="4800" b="1" kern="0" dirty="0">
              <a:solidFill>
                <a:srgbClr val="FFFFFF"/>
              </a:solidFill>
              <a:cs typeface="Arial"/>
              <a:sym typeface="Arial"/>
            </a:endParaRPr>
          </a:p>
        </p:txBody>
      </p:sp>
      <p:sp>
        <p:nvSpPr>
          <p:cNvPr id="29" name="Google Shape;88;p1"/>
          <p:cNvSpPr/>
          <p:nvPr/>
        </p:nvSpPr>
        <p:spPr>
          <a:xfrm>
            <a:off x="8869780" y="7936040"/>
            <a:ext cx="1658417" cy="15714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FFFFFF"/>
                </a:solidFill>
                <a:cs typeface="Arial"/>
                <a:sym typeface="Arial"/>
              </a:rPr>
              <a:t>E</a:t>
            </a:r>
            <a:endParaRPr sz="4800" b="1" kern="0" dirty="0">
              <a:solidFill>
                <a:srgbClr val="FFFFFF"/>
              </a:solidFill>
              <a:cs typeface="Arial"/>
              <a:sym typeface="Arial"/>
            </a:endParaRPr>
          </a:p>
        </p:txBody>
      </p:sp>
      <p:sp>
        <p:nvSpPr>
          <p:cNvPr id="30" name="Google Shape;88;p1"/>
          <p:cNvSpPr/>
          <p:nvPr/>
        </p:nvSpPr>
        <p:spPr>
          <a:xfrm>
            <a:off x="14566447" y="7936040"/>
            <a:ext cx="1658417" cy="157145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F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4819782" y="3281229"/>
            <a:ext cx="4061747" cy="6147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20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5" name="正方形/長方形 34"/>
          <p:cNvSpPr/>
          <p:nvPr/>
        </p:nvSpPr>
        <p:spPr>
          <a:xfrm>
            <a:off x="10516447" y="3281229"/>
            <a:ext cx="4061747" cy="6147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FFFFFF"/>
                </a:solidFill>
                <a:sym typeface="Arial"/>
              </a:rPr>
              <a:t>10</a:t>
            </a:r>
            <a:endParaRPr kumimoji="1" lang="ja-JP" altLang="en-US" sz="4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36" name="正方形/長方形 35"/>
          <p:cNvSpPr/>
          <p:nvPr/>
        </p:nvSpPr>
        <p:spPr>
          <a:xfrm>
            <a:off x="4819783" y="8414412"/>
            <a:ext cx="4061747" cy="6147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FFFFFF"/>
                </a:solidFill>
                <a:sym typeface="Arial"/>
              </a:rPr>
              <a:t>10</a:t>
            </a:r>
            <a:endParaRPr kumimoji="1" lang="ja-JP" altLang="en-US" sz="4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37" name="正方形/長方形 36"/>
          <p:cNvSpPr/>
          <p:nvPr/>
        </p:nvSpPr>
        <p:spPr>
          <a:xfrm>
            <a:off x="10516450" y="8414412"/>
            <a:ext cx="4061747" cy="6147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25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41" name="正方形/長方形 40"/>
          <p:cNvSpPr/>
          <p:nvPr/>
        </p:nvSpPr>
        <p:spPr>
          <a:xfrm>
            <a:off x="3695705" y="4476926"/>
            <a:ext cx="613234" cy="33565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FFFFFF"/>
                </a:solidFill>
                <a:sym typeface="Arial"/>
              </a:rPr>
              <a:t>5</a:t>
            </a:r>
            <a:endParaRPr kumimoji="1" lang="ja-JP" altLang="en-US" sz="4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44" name="正方形/長方形 43"/>
          <p:cNvSpPr/>
          <p:nvPr/>
        </p:nvSpPr>
        <p:spPr>
          <a:xfrm>
            <a:off x="9418316" y="4476926"/>
            <a:ext cx="613234" cy="33565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FFFFFF"/>
                </a:solidFill>
                <a:sym typeface="Arial"/>
              </a:rPr>
              <a:t>3</a:t>
            </a:r>
            <a:endParaRPr kumimoji="1" lang="ja-JP" altLang="en-US" sz="4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45" name="正方形/長方形 44"/>
          <p:cNvSpPr/>
          <p:nvPr/>
        </p:nvSpPr>
        <p:spPr>
          <a:xfrm>
            <a:off x="15089038" y="4476926"/>
            <a:ext cx="613234" cy="335650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7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4345117" y="2206482"/>
            <a:ext cx="498781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0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9966205" y="2206482"/>
            <a:ext cx="81292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18</a:t>
            </a: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15817926" y="2206482"/>
            <a:ext cx="81292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28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4345117" y="9537104"/>
            <a:ext cx="498781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5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9966205" y="9537104"/>
            <a:ext cx="81292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15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15817926" y="9537104"/>
            <a:ext cx="81292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35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3742908" y="586490"/>
            <a:ext cx="3520461" cy="769415"/>
          </a:xfrm>
          <a:prstGeom prst="rect">
            <a:avLst/>
          </a:prstGeom>
          <a:noFill/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rPr>
              <a:t>ダイクストラ法</a:t>
            </a:r>
          </a:p>
        </p:txBody>
      </p:sp>
    </p:spTree>
    <p:extLst>
      <p:ext uri="{BB962C8B-B14F-4D97-AF65-F5344CB8AC3E}">
        <p14:creationId xmlns:p14="http://schemas.microsoft.com/office/powerpoint/2010/main" val="3179751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88;p1"/>
          <p:cNvSpPr/>
          <p:nvPr/>
        </p:nvSpPr>
        <p:spPr>
          <a:xfrm>
            <a:off x="3173114" y="2802857"/>
            <a:ext cx="1658417" cy="15714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FFFFFF"/>
                </a:solidFill>
                <a:cs typeface="Arial"/>
                <a:sym typeface="Arial"/>
              </a:rPr>
              <a:t>A</a:t>
            </a:r>
            <a:endParaRPr sz="4800" b="1" kern="0" dirty="0">
              <a:solidFill>
                <a:srgbClr val="FFFFFF"/>
              </a:solidFill>
              <a:cs typeface="Arial"/>
              <a:sym typeface="Arial"/>
            </a:endParaRPr>
          </a:p>
        </p:txBody>
      </p:sp>
      <p:sp>
        <p:nvSpPr>
          <p:cNvPr id="22" name="Google Shape;88;p1"/>
          <p:cNvSpPr/>
          <p:nvPr/>
        </p:nvSpPr>
        <p:spPr>
          <a:xfrm>
            <a:off x="8869778" y="2802857"/>
            <a:ext cx="1658417" cy="157145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B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" name="Google Shape;88;p1"/>
          <p:cNvSpPr/>
          <p:nvPr/>
        </p:nvSpPr>
        <p:spPr>
          <a:xfrm>
            <a:off x="14566447" y="2802857"/>
            <a:ext cx="1658417" cy="15714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C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" name="Google Shape;88;p1"/>
          <p:cNvSpPr/>
          <p:nvPr/>
        </p:nvSpPr>
        <p:spPr>
          <a:xfrm>
            <a:off x="3173114" y="7936040"/>
            <a:ext cx="1658417" cy="15714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FFFFFF"/>
                </a:solidFill>
                <a:cs typeface="Arial"/>
                <a:sym typeface="Arial"/>
              </a:rPr>
              <a:t>D</a:t>
            </a:r>
            <a:endParaRPr sz="4800" b="1" kern="0" dirty="0">
              <a:solidFill>
                <a:srgbClr val="FFFFFF"/>
              </a:solidFill>
              <a:cs typeface="Arial"/>
              <a:sym typeface="Arial"/>
            </a:endParaRPr>
          </a:p>
        </p:txBody>
      </p:sp>
      <p:sp>
        <p:nvSpPr>
          <p:cNvPr id="29" name="Google Shape;88;p1"/>
          <p:cNvSpPr/>
          <p:nvPr/>
        </p:nvSpPr>
        <p:spPr>
          <a:xfrm>
            <a:off x="8869780" y="7936040"/>
            <a:ext cx="1658417" cy="15714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FFFFFF"/>
                </a:solidFill>
                <a:cs typeface="Arial"/>
                <a:sym typeface="Arial"/>
              </a:rPr>
              <a:t>E</a:t>
            </a:r>
            <a:endParaRPr sz="4800" b="1" kern="0" dirty="0">
              <a:solidFill>
                <a:srgbClr val="FFFFFF"/>
              </a:solidFill>
              <a:cs typeface="Arial"/>
              <a:sym typeface="Arial"/>
            </a:endParaRPr>
          </a:p>
        </p:txBody>
      </p:sp>
      <p:sp>
        <p:nvSpPr>
          <p:cNvPr id="30" name="Google Shape;88;p1"/>
          <p:cNvSpPr/>
          <p:nvPr/>
        </p:nvSpPr>
        <p:spPr>
          <a:xfrm>
            <a:off x="14566447" y="7936040"/>
            <a:ext cx="1658417" cy="157145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F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4819782" y="3281229"/>
            <a:ext cx="4061747" cy="6147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20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5" name="正方形/長方形 34"/>
          <p:cNvSpPr/>
          <p:nvPr/>
        </p:nvSpPr>
        <p:spPr>
          <a:xfrm>
            <a:off x="10516447" y="3281229"/>
            <a:ext cx="4061747" cy="6147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10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6" name="正方形/長方形 35"/>
          <p:cNvSpPr/>
          <p:nvPr/>
        </p:nvSpPr>
        <p:spPr>
          <a:xfrm>
            <a:off x="4819783" y="8414412"/>
            <a:ext cx="4061747" cy="6147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FFFFFF"/>
                </a:solidFill>
                <a:sym typeface="Arial"/>
              </a:rPr>
              <a:t>10</a:t>
            </a:r>
            <a:endParaRPr kumimoji="1" lang="ja-JP" altLang="en-US" sz="4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37" name="正方形/長方形 36"/>
          <p:cNvSpPr/>
          <p:nvPr/>
        </p:nvSpPr>
        <p:spPr>
          <a:xfrm>
            <a:off x="10516450" y="8414412"/>
            <a:ext cx="4061747" cy="6147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25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41" name="正方形/長方形 40"/>
          <p:cNvSpPr/>
          <p:nvPr/>
        </p:nvSpPr>
        <p:spPr>
          <a:xfrm>
            <a:off x="3695705" y="4476926"/>
            <a:ext cx="613234" cy="33565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FFFFFF"/>
                </a:solidFill>
                <a:sym typeface="Arial"/>
              </a:rPr>
              <a:t>5</a:t>
            </a:r>
            <a:endParaRPr kumimoji="1" lang="ja-JP" altLang="en-US" sz="4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44" name="正方形/長方形 43"/>
          <p:cNvSpPr/>
          <p:nvPr/>
        </p:nvSpPr>
        <p:spPr>
          <a:xfrm>
            <a:off x="9418316" y="4476926"/>
            <a:ext cx="613234" cy="33565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FFFFFF"/>
                </a:solidFill>
                <a:sym typeface="Arial"/>
              </a:rPr>
              <a:t>3</a:t>
            </a:r>
            <a:endParaRPr kumimoji="1" lang="ja-JP" altLang="en-US" sz="4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45" name="正方形/長方形 44"/>
          <p:cNvSpPr/>
          <p:nvPr/>
        </p:nvSpPr>
        <p:spPr>
          <a:xfrm>
            <a:off x="15089038" y="4476926"/>
            <a:ext cx="613234" cy="335650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7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4345117" y="2206482"/>
            <a:ext cx="498781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0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9966205" y="2206482"/>
            <a:ext cx="81292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18</a:t>
            </a: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15817926" y="2206482"/>
            <a:ext cx="81292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28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4345117" y="9537104"/>
            <a:ext cx="498781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5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9966205" y="9537104"/>
            <a:ext cx="81292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15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15817926" y="9537104"/>
            <a:ext cx="81292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40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9973152" y="1690281"/>
            <a:ext cx="81292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strike="dblStrike" kern="0" dirty="0">
                <a:solidFill>
                  <a:srgbClr val="FFFFFF">
                    <a:lumMod val="75000"/>
                  </a:srgbClr>
                </a:solidFill>
                <a:cs typeface="Arial"/>
                <a:sym typeface="Arial"/>
              </a:rPr>
              <a:t>20</a:t>
            </a: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3742908" y="586490"/>
            <a:ext cx="3520461" cy="769415"/>
          </a:xfrm>
          <a:prstGeom prst="rect">
            <a:avLst/>
          </a:prstGeom>
          <a:noFill/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rPr>
              <a:t>ダイクストラ法</a:t>
            </a:r>
          </a:p>
        </p:txBody>
      </p:sp>
    </p:spTree>
    <p:extLst>
      <p:ext uri="{BB962C8B-B14F-4D97-AF65-F5344CB8AC3E}">
        <p14:creationId xmlns:p14="http://schemas.microsoft.com/office/powerpoint/2010/main" val="3802300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88;p1"/>
          <p:cNvSpPr/>
          <p:nvPr/>
        </p:nvSpPr>
        <p:spPr>
          <a:xfrm>
            <a:off x="3173114" y="2802857"/>
            <a:ext cx="1658417" cy="15714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FFFFFF"/>
                </a:solidFill>
                <a:cs typeface="Arial"/>
                <a:sym typeface="Arial"/>
              </a:rPr>
              <a:t>A</a:t>
            </a:r>
            <a:endParaRPr sz="4800" b="1" kern="0" dirty="0">
              <a:solidFill>
                <a:srgbClr val="FFFFFF"/>
              </a:solidFill>
              <a:cs typeface="Arial"/>
              <a:sym typeface="Arial"/>
            </a:endParaRPr>
          </a:p>
        </p:txBody>
      </p:sp>
      <p:sp>
        <p:nvSpPr>
          <p:cNvPr id="22" name="Google Shape;88;p1"/>
          <p:cNvSpPr/>
          <p:nvPr/>
        </p:nvSpPr>
        <p:spPr>
          <a:xfrm>
            <a:off x="8869778" y="2802857"/>
            <a:ext cx="1658417" cy="157145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B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" name="Google Shape;88;p1"/>
          <p:cNvSpPr/>
          <p:nvPr/>
        </p:nvSpPr>
        <p:spPr>
          <a:xfrm>
            <a:off x="14566447" y="2802857"/>
            <a:ext cx="1658417" cy="15714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C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" name="Google Shape;88;p1"/>
          <p:cNvSpPr/>
          <p:nvPr/>
        </p:nvSpPr>
        <p:spPr>
          <a:xfrm>
            <a:off x="3173114" y="7936040"/>
            <a:ext cx="1658417" cy="15714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FFFFFF"/>
                </a:solidFill>
                <a:cs typeface="Arial"/>
                <a:sym typeface="Arial"/>
              </a:rPr>
              <a:t>D</a:t>
            </a:r>
            <a:endParaRPr sz="4800" b="1" kern="0" dirty="0">
              <a:solidFill>
                <a:srgbClr val="FFFFFF"/>
              </a:solidFill>
              <a:cs typeface="Arial"/>
              <a:sym typeface="Arial"/>
            </a:endParaRPr>
          </a:p>
        </p:txBody>
      </p:sp>
      <p:sp>
        <p:nvSpPr>
          <p:cNvPr id="29" name="Google Shape;88;p1"/>
          <p:cNvSpPr/>
          <p:nvPr/>
        </p:nvSpPr>
        <p:spPr>
          <a:xfrm>
            <a:off x="8869780" y="7936040"/>
            <a:ext cx="1658417" cy="157145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E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" name="Google Shape;88;p1"/>
          <p:cNvSpPr/>
          <p:nvPr/>
        </p:nvSpPr>
        <p:spPr>
          <a:xfrm>
            <a:off x="14566447" y="7936040"/>
            <a:ext cx="1658417" cy="157145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F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4819782" y="3281229"/>
            <a:ext cx="4061747" cy="6147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20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5" name="正方形/長方形 34"/>
          <p:cNvSpPr/>
          <p:nvPr/>
        </p:nvSpPr>
        <p:spPr>
          <a:xfrm>
            <a:off x="10516447" y="3281229"/>
            <a:ext cx="4061747" cy="6147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10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6" name="正方形/長方形 35"/>
          <p:cNvSpPr/>
          <p:nvPr/>
        </p:nvSpPr>
        <p:spPr>
          <a:xfrm>
            <a:off x="4819783" y="8414412"/>
            <a:ext cx="4061747" cy="6147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FFFFFF"/>
                </a:solidFill>
                <a:sym typeface="Arial"/>
              </a:rPr>
              <a:t>10</a:t>
            </a:r>
            <a:endParaRPr kumimoji="1" lang="ja-JP" altLang="en-US" sz="4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37" name="正方形/長方形 36"/>
          <p:cNvSpPr/>
          <p:nvPr/>
        </p:nvSpPr>
        <p:spPr>
          <a:xfrm>
            <a:off x="10516450" y="8414412"/>
            <a:ext cx="4061747" cy="6147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25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41" name="正方形/長方形 40"/>
          <p:cNvSpPr/>
          <p:nvPr/>
        </p:nvSpPr>
        <p:spPr>
          <a:xfrm>
            <a:off x="3695705" y="4476926"/>
            <a:ext cx="613234" cy="33565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FFFFFF"/>
                </a:solidFill>
                <a:sym typeface="Arial"/>
              </a:rPr>
              <a:t>5</a:t>
            </a:r>
            <a:endParaRPr kumimoji="1" lang="ja-JP" altLang="en-US" sz="4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44" name="正方形/長方形 43"/>
          <p:cNvSpPr/>
          <p:nvPr/>
        </p:nvSpPr>
        <p:spPr>
          <a:xfrm>
            <a:off x="9418316" y="4476926"/>
            <a:ext cx="613234" cy="335650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3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45" name="正方形/長方形 44"/>
          <p:cNvSpPr/>
          <p:nvPr/>
        </p:nvSpPr>
        <p:spPr>
          <a:xfrm>
            <a:off x="15089038" y="4476926"/>
            <a:ext cx="613234" cy="335650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7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4345117" y="2206482"/>
            <a:ext cx="498781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0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9966205" y="2206482"/>
            <a:ext cx="81292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18</a:t>
            </a: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15817926" y="2206482"/>
            <a:ext cx="58693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rPr>
              <a:t>∞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4345117" y="9537104"/>
            <a:ext cx="498781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5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9966205" y="9537104"/>
            <a:ext cx="81292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15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15817926" y="9537104"/>
            <a:ext cx="81292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40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9973152" y="1690281"/>
            <a:ext cx="81292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strike="dblStrike" kern="0" dirty="0">
                <a:solidFill>
                  <a:srgbClr val="FFFFFF">
                    <a:lumMod val="75000"/>
                  </a:srgbClr>
                </a:solidFill>
                <a:cs typeface="Arial"/>
                <a:sym typeface="Arial"/>
              </a:rPr>
              <a:t>20</a:t>
            </a: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3742908" y="586490"/>
            <a:ext cx="3520461" cy="769415"/>
          </a:xfrm>
          <a:prstGeom prst="rect">
            <a:avLst/>
          </a:prstGeom>
          <a:noFill/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rPr>
              <a:t>ダイクストラ法</a:t>
            </a:r>
          </a:p>
        </p:txBody>
      </p:sp>
    </p:spTree>
    <p:extLst>
      <p:ext uri="{BB962C8B-B14F-4D97-AF65-F5344CB8AC3E}">
        <p14:creationId xmlns:p14="http://schemas.microsoft.com/office/powerpoint/2010/main" val="2391364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88;p1"/>
          <p:cNvSpPr/>
          <p:nvPr/>
        </p:nvSpPr>
        <p:spPr>
          <a:xfrm>
            <a:off x="3173114" y="2802857"/>
            <a:ext cx="1658417" cy="15714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FFFFFF"/>
                </a:solidFill>
                <a:cs typeface="Arial"/>
                <a:sym typeface="Arial"/>
              </a:rPr>
              <a:t>A</a:t>
            </a:r>
            <a:endParaRPr sz="4800" b="1" kern="0" dirty="0">
              <a:solidFill>
                <a:srgbClr val="FFFFFF"/>
              </a:solidFill>
              <a:cs typeface="Arial"/>
              <a:sym typeface="Arial"/>
            </a:endParaRPr>
          </a:p>
        </p:txBody>
      </p:sp>
      <p:sp>
        <p:nvSpPr>
          <p:cNvPr id="22" name="Google Shape;88;p1"/>
          <p:cNvSpPr/>
          <p:nvPr/>
        </p:nvSpPr>
        <p:spPr>
          <a:xfrm>
            <a:off x="8869778" y="2802857"/>
            <a:ext cx="1658417" cy="157145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B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" name="Google Shape;88;p1"/>
          <p:cNvSpPr/>
          <p:nvPr/>
        </p:nvSpPr>
        <p:spPr>
          <a:xfrm>
            <a:off x="14566447" y="2802857"/>
            <a:ext cx="1658417" cy="15714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C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" name="Google Shape;88;p1"/>
          <p:cNvSpPr/>
          <p:nvPr/>
        </p:nvSpPr>
        <p:spPr>
          <a:xfrm>
            <a:off x="3173114" y="7936040"/>
            <a:ext cx="1658417" cy="157145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D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9" name="Google Shape;88;p1"/>
          <p:cNvSpPr/>
          <p:nvPr/>
        </p:nvSpPr>
        <p:spPr>
          <a:xfrm>
            <a:off x="8869780" y="7936040"/>
            <a:ext cx="1658417" cy="157145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E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" name="Google Shape;88;p1"/>
          <p:cNvSpPr/>
          <p:nvPr/>
        </p:nvSpPr>
        <p:spPr>
          <a:xfrm>
            <a:off x="14566447" y="7936040"/>
            <a:ext cx="1658417" cy="15714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F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4819782" y="3281229"/>
            <a:ext cx="4061747" cy="6147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20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5" name="正方形/長方形 34"/>
          <p:cNvSpPr/>
          <p:nvPr/>
        </p:nvSpPr>
        <p:spPr>
          <a:xfrm>
            <a:off x="10516447" y="3281229"/>
            <a:ext cx="4061747" cy="6147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10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6" name="正方形/長方形 35"/>
          <p:cNvSpPr/>
          <p:nvPr/>
        </p:nvSpPr>
        <p:spPr>
          <a:xfrm>
            <a:off x="4819783" y="8414412"/>
            <a:ext cx="4061747" cy="6147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10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7" name="正方形/長方形 36"/>
          <p:cNvSpPr/>
          <p:nvPr/>
        </p:nvSpPr>
        <p:spPr>
          <a:xfrm>
            <a:off x="10516450" y="8414412"/>
            <a:ext cx="4061747" cy="6147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25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41" name="正方形/長方形 40"/>
          <p:cNvSpPr/>
          <p:nvPr/>
        </p:nvSpPr>
        <p:spPr>
          <a:xfrm>
            <a:off x="3695705" y="4476926"/>
            <a:ext cx="613234" cy="33565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FFFFFF"/>
                </a:solidFill>
                <a:sym typeface="Arial"/>
              </a:rPr>
              <a:t>5</a:t>
            </a:r>
            <a:endParaRPr kumimoji="1" lang="ja-JP" altLang="en-US" sz="4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44" name="正方形/長方形 43"/>
          <p:cNvSpPr/>
          <p:nvPr/>
        </p:nvSpPr>
        <p:spPr>
          <a:xfrm>
            <a:off x="9418316" y="4476926"/>
            <a:ext cx="613234" cy="335650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3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45" name="正方形/長方形 44"/>
          <p:cNvSpPr/>
          <p:nvPr/>
        </p:nvSpPr>
        <p:spPr>
          <a:xfrm>
            <a:off x="15089038" y="4476926"/>
            <a:ext cx="613234" cy="335650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7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4345117" y="2206482"/>
            <a:ext cx="498781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0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9966205" y="2206482"/>
            <a:ext cx="81292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20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15817926" y="2206482"/>
            <a:ext cx="58693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rPr>
              <a:t>∞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4345117" y="9537104"/>
            <a:ext cx="498781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5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9966205" y="9537104"/>
            <a:ext cx="81292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15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15817926" y="9537104"/>
            <a:ext cx="58693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rPr>
              <a:t>∞</a:t>
            </a: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3742908" y="586490"/>
            <a:ext cx="3520461" cy="769415"/>
          </a:xfrm>
          <a:prstGeom prst="rect">
            <a:avLst/>
          </a:prstGeom>
          <a:noFill/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rPr>
              <a:t>ダイクストラ法</a:t>
            </a:r>
          </a:p>
        </p:txBody>
      </p:sp>
    </p:spTree>
    <p:extLst>
      <p:ext uri="{BB962C8B-B14F-4D97-AF65-F5344CB8AC3E}">
        <p14:creationId xmlns:p14="http://schemas.microsoft.com/office/powerpoint/2010/main" val="944414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88;p1"/>
          <p:cNvSpPr/>
          <p:nvPr/>
        </p:nvSpPr>
        <p:spPr>
          <a:xfrm>
            <a:off x="3173114" y="2802857"/>
            <a:ext cx="1658417" cy="157145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A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" name="Google Shape;88;p1"/>
          <p:cNvSpPr/>
          <p:nvPr/>
        </p:nvSpPr>
        <p:spPr>
          <a:xfrm>
            <a:off x="8869778" y="2802857"/>
            <a:ext cx="1658417" cy="157145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B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" name="Google Shape;88;p1"/>
          <p:cNvSpPr/>
          <p:nvPr/>
        </p:nvSpPr>
        <p:spPr>
          <a:xfrm>
            <a:off x="14566447" y="2802857"/>
            <a:ext cx="1658417" cy="15714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C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" name="Google Shape;88;p1"/>
          <p:cNvSpPr/>
          <p:nvPr/>
        </p:nvSpPr>
        <p:spPr>
          <a:xfrm>
            <a:off x="3173114" y="7936040"/>
            <a:ext cx="1658417" cy="157145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D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9" name="Google Shape;88;p1"/>
          <p:cNvSpPr/>
          <p:nvPr/>
        </p:nvSpPr>
        <p:spPr>
          <a:xfrm>
            <a:off x="8869780" y="7936040"/>
            <a:ext cx="1658417" cy="15714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E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" name="Google Shape;88;p1"/>
          <p:cNvSpPr/>
          <p:nvPr/>
        </p:nvSpPr>
        <p:spPr>
          <a:xfrm>
            <a:off x="14566447" y="7936040"/>
            <a:ext cx="1658417" cy="15714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F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4819782" y="3281229"/>
            <a:ext cx="4061747" cy="6147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20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5" name="正方形/長方形 34"/>
          <p:cNvSpPr/>
          <p:nvPr/>
        </p:nvSpPr>
        <p:spPr>
          <a:xfrm>
            <a:off x="10516447" y="3281229"/>
            <a:ext cx="4061747" cy="6147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10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6" name="正方形/長方形 35"/>
          <p:cNvSpPr/>
          <p:nvPr/>
        </p:nvSpPr>
        <p:spPr>
          <a:xfrm>
            <a:off x="4819783" y="8414412"/>
            <a:ext cx="4061747" cy="6147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10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7" name="正方形/長方形 36"/>
          <p:cNvSpPr/>
          <p:nvPr/>
        </p:nvSpPr>
        <p:spPr>
          <a:xfrm>
            <a:off x="10516450" y="8414412"/>
            <a:ext cx="4061747" cy="6147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25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41" name="正方形/長方形 40"/>
          <p:cNvSpPr/>
          <p:nvPr/>
        </p:nvSpPr>
        <p:spPr>
          <a:xfrm>
            <a:off x="3695705" y="4476926"/>
            <a:ext cx="613234" cy="335650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5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44" name="正方形/長方形 43"/>
          <p:cNvSpPr/>
          <p:nvPr/>
        </p:nvSpPr>
        <p:spPr>
          <a:xfrm>
            <a:off x="9418316" y="4476926"/>
            <a:ext cx="613234" cy="335650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3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45" name="正方形/長方形 44"/>
          <p:cNvSpPr/>
          <p:nvPr/>
        </p:nvSpPr>
        <p:spPr>
          <a:xfrm>
            <a:off x="15089038" y="4476926"/>
            <a:ext cx="613234" cy="335650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7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4345117" y="2206482"/>
            <a:ext cx="498781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0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9966205" y="2206482"/>
            <a:ext cx="81292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20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15817926" y="2206482"/>
            <a:ext cx="58693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rPr>
              <a:t>∞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4345117" y="9537104"/>
            <a:ext cx="498781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5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9966205" y="9537104"/>
            <a:ext cx="58693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rPr>
              <a:t>∞</a:t>
            </a: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15817926" y="9537104"/>
            <a:ext cx="58693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rPr>
              <a:t>∞</a:t>
            </a: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3742908" y="586490"/>
            <a:ext cx="3520461" cy="769415"/>
          </a:xfrm>
          <a:prstGeom prst="rect">
            <a:avLst/>
          </a:prstGeom>
          <a:noFill/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rPr>
              <a:t>ダイクストラ法</a:t>
            </a:r>
          </a:p>
        </p:txBody>
      </p:sp>
    </p:spTree>
    <p:extLst>
      <p:ext uri="{BB962C8B-B14F-4D97-AF65-F5344CB8AC3E}">
        <p14:creationId xmlns:p14="http://schemas.microsoft.com/office/powerpoint/2010/main" val="1293381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88;p1"/>
          <p:cNvSpPr/>
          <p:nvPr/>
        </p:nvSpPr>
        <p:spPr>
          <a:xfrm>
            <a:off x="3173114" y="2802857"/>
            <a:ext cx="1658417" cy="157145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A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" name="Google Shape;88;p1"/>
          <p:cNvSpPr/>
          <p:nvPr/>
        </p:nvSpPr>
        <p:spPr>
          <a:xfrm>
            <a:off x="8869778" y="2802857"/>
            <a:ext cx="1658417" cy="15714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B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" name="Google Shape;88;p1"/>
          <p:cNvSpPr/>
          <p:nvPr/>
        </p:nvSpPr>
        <p:spPr>
          <a:xfrm>
            <a:off x="14566447" y="2802857"/>
            <a:ext cx="1658417" cy="15714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C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" name="Google Shape;88;p1"/>
          <p:cNvSpPr/>
          <p:nvPr/>
        </p:nvSpPr>
        <p:spPr>
          <a:xfrm>
            <a:off x="3173114" y="7936040"/>
            <a:ext cx="1658417" cy="15714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D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9" name="Google Shape;88;p1"/>
          <p:cNvSpPr/>
          <p:nvPr/>
        </p:nvSpPr>
        <p:spPr>
          <a:xfrm>
            <a:off x="8869780" y="7936040"/>
            <a:ext cx="1658417" cy="15714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E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" name="Google Shape;88;p1"/>
          <p:cNvSpPr/>
          <p:nvPr/>
        </p:nvSpPr>
        <p:spPr>
          <a:xfrm>
            <a:off x="14566447" y="7936040"/>
            <a:ext cx="1658417" cy="15714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F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4819782" y="3281229"/>
            <a:ext cx="4061747" cy="6147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20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5" name="正方形/長方形 34"/>
          <p:cNvSpPr/>
          <p:nvPr/>
        </p:nvSpPr>
        <p:spPr>
          <a:xfrm>
            <a:off x="10516447" y="3281229"/>
            <a:ext cx="4061747" cy="6147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10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6" name="正方形/長方形 35"/>
          <p:cNvSpPr/>
          <p:nvPr/>
        </p:nvSpPr>
        <p:spPr>
          <a:xfrm>
            <a:off x="4819783" y="8414412"/>
            <a:ext cx="4061747" cy="6147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10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7" name="正方形/長方形 36"/>
          <p:cNvSpPr/>
          <p:nvPr/>
        </p:nvSpPr>
        <p:spPr>
          <a:xfrm>
            <a:off x="10516450" y="8414412"/>
            <a:ext cx="4061747" cy="6147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25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41" name="正方形/長方形 40"/>
          <p:cNvSpPr/>
          <p:nvPr/>
        </p:nvSpPr>
        <p:spPr>
          <a:xfrm>
            <a:off x="3695705" y="4476926"/>
            <a:ext cx="613234" cy="335650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5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44" name="正方形/長方形 43"/>
          <p:cNvSpPr/>
          <p:nvPr/>
        </p:nvSpPr>
        <p:spPr>
          <a:xfrm>
            <a:off x="9418316" y="4476926"/>
            <a:ext cx="613234" cy="335650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3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45" name="正方形/長方形 44"/>
          <p:cNvSpPr/>
          <p:nvPr/>
        </p:nvSpPr>
        <p:spPr>
          <a:xfrm>
            <a:off x="15089038" y="4476926"/>
            <a:ext cx="613234" cy="335650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7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4345117" y="2206482"/>
            <a:ext cx="498781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en-US" altLang="ja-JP" sz="4400" kern="0" dirty="0">
                <a:solidFill>
                  <a:srgbClr val="000000"/>
                </a:solidFill>
                <a:cs typeface="Arial"/>
                <a:sym typeface="Arial"/>
              </a:rPr>
              <a:t>0</a:t>
            </a:r>
            <a:endParaRPr kumimoji="1" lang="ja-JP" altLang="en-US" sz="4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9966205" y="2206482"/>
            <a:ext cx="58693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rPr>
              <a:t>∞</a:t>
            </a: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15817926" y="2206482"/>
            <a:ext cx="58693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rPr>
              <a:t>∞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4345116" y="9537104"/>
            <a:ext cx="58693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rPr>
              <a:t>∞</a:t>
            </a: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9966205" y="9537104"/>
            <a:ext cx="58693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rPr>
              <a:t>∞</a:t>
            </a: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15817926" y="9537104"/>
            <a:ext cx="586932" cy="769339"/>
          </a:xfrm>
          <a:prstGeom prst="rect">
            <a:avLst/>
          </a:prstGeom>
          <a:noFill/>
          <a:ln>
            <a:noFill/>
          </a:ln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rPr>
              <a:t>∞</a:t>
            </a: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3742908" y="586490"/>
            <a:ext cx="3520461" cy="769415"/>
          </a:xfrm>
          <a:prstGeom prst="rect">
            <a:avLst/>
          </a:prstGeom>
          <a:noFill/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rPr>
              <a:t>ダイクストラ法</a:t>
            </a:r>
          </a:p>
        </p:txBody>
      </p:sp>
    </p:spTree>
    <p:extLst>
      <p:ext uri="{BB962C8B-B14F-4D97-AF65-F5344CB8AC3E}">
        <p14:creationId xmlns:p14="http://schemas.microsoft.com/office/powerpoint/2010/main" val="1661904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88;p1"/>
          <p:cNvSpPr/>
          <p:nvPr/>
        </p:nvSpPr>
        <p:spPr>
          <a:xfrm>
            <a:off x="3173114" y="2802857"/>
            <a:ext cx="1658417" cy="157145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A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" name="Google Shape;88;p1"/>
          <p:cNvSpPr/>
          <p:nvPr/>
        </p:nvSpPr>
        <p:spPr>
          <a:xfrm>
            <a:off x="8869778" y="2802857"/>
            <a:ext cx="1658417" cy="157145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B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" name="Google Shape;88;p1"/>
          <p:cNvSpPr/>
          <p:nvPr/>
        </p:nvSpPr>
        <p:spPr>
          <a:xfrm>
            <a:off x="14566447" y="2802857"/>
            <a:ext cx="1658417" cy="157145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C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" name="Google Shape;88;p1"/>
          <p:cNvSpPr/>
          <p:nvPr/>
        </p:nvSpPr>
        <p:spPr>
          <a:xfrm>
            <a:off x="3173114" y="7936040"/>
            <a:ext cx="1658417" cy="157145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D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9" name="Google Shape;88;p1"/>
          <p:cNvSpPr/>
          <p:nvPr/>
        </p:nvSpPr>
        <p:spPr>
          <a:xfrm>
            <a:off x="8869780" y="7936040"/>
            <a:ext cx="1658417" cy="157145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E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" name="Google Shape;88;p1"/>
          <p:cNvSpPr/>
          <p:nvPr/>
        </p:nvSpPr>
        <p:spPr>
          <a:xfrm>
            <a:off x="14566447" y="7936040"/>
            <a:ext cx="1658417" cy="157145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9993" tIns="94971" rIns="189993" bIns="94971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cs typeface="Arial"/>
                <a:sym typeface="Arial"/>
              </a:rPr>
              <a:t>F</a:t>
            </a:r>
            <a:endParaRPr sz="4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4819782" y="3281229"/>
            <a:ext cx="4061747" cy="6147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20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5" name="正方形/長方形 34"/>
          <p:cNvSpPr/>
          <p:nvPr/>
        </p:nvSpPr>
        <p:spPr>
          <a:xfrm>
            <a:off x="10516447" y="3281229"/>
            <a:ext cx="4061747" cy="6147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FFFFFF"/>
                </a:solidFill>
                <a:sym typeface="Arial"/>
              </a:rPr>
              <a:t>10</a:t>
            </a:r>
            <a:endParaRPr kumimoji="1" lang="ja-JP" altLang="en-US" sz="4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36" name="正方形/長方形 35"/>
          <p:cNvSpPr/>
          <p:nvPr/>
        </p:nvSpPr>
        <p:spPr>
          <a:xfrm>
            <a:off x="4819783" y="8414412"/>
            <a:ext cx="4061747" cy="6147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FFFFFF"/>
                </a:solidFill>
                <a:sym typeface="Arial"/>
              </a:rPr>
              <a:t>10</a:t>
            </a:r>
            <a:endParaRPr kumimoji="1" lang="ja-JP" altLang="en-US" sz="4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37" name="正方形/長方形 36"/>
          <p:cNvSpPr/>
          <p:nvPr/>
        </p:nvSpPr>
        <p:spPr>
          <a:xfrm>
            <a:off x="10516450" y="8414412"/>
            <a:ext cx="4061747" cy="6147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000000"/>
                </a:solidFill>
                <a:sym typeface="Arial"/>
              </a:rPr>
              <a:t>25</a:t>
            </a:r>
            <a:endParaRPr kumimoji="1" lang="ja-JP" altLang="en-US" sz="4400" b="1" kern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41" name="正方形/長方形 40"/>
          <p:cNvSpPr/>
          <p:nvPr/>
        </p:nvSpPr>
        <p:spPr>
          <a:xfrm>
            <a:off x="3695705" y="4476926"/>
            <a:ext cx="613234" cy="33565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FFFFFF"/>
                </a:solidFill>
                <a:sym typeface="Arial"/>
              </a:rPr>
              <a:t>5</a:t>
            </a:r>
            <a:endParaRPr kumimoji="1" lang="ja-JP" altLang="en-US" sz="4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44" name="正方形/長方形 43"/>
          <p:cNvSpPr/>
          <p:nvPr/>
        </p:nvSpPr>
        <p:spPr>
          <a:xfrm>
            <a:off x="9418316" y="4476926"/>
            <a:ext cx="613234" cy="33565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FFFFFF"/>
                </a:solidFill>
                <a:sym typeface="Arial"/>
              </a:rPr>
              <a:t>3</a:t>
            </a:r>
            <a:endParaRPr kumimoji="1" lang="ja-JP" altLang="en-US" sz="4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45" name="正方形/長方形 44"/>
          <p:cNvSpPr/>
          <p:nvPr/>
        </p:nvSpPr>
        <p:spPr>
          <a:xfrm>
            <a:off x="15089038" y="4476926"/>
            <a:ext cx="613234" cy="33565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4400" b="1" kern="0" dirty="0">
                <a:solidFill>
                  <a:srgbClr val="FFFFFF"/>
                </a:solidFill>
                <a:sym typeface="Arial"/>
              </a:rPr>
              <a:t>7</a:t>
            </a:r>
            <a:endParaRPr kumimoji="1" lang="ja-JP" altLang="en-US" sz="4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3742908" y="586490"/>
            <a:ext cx="3520461" cy="769415"/>
          </a:xfrm>
          <a:prstGeom prst="rect">
            <a:avLst/>
          </a:prstGeom>
          <a:noFill/>
        </p:spPr>
        <p:txBody>
          <a:bodyPr wrap="none" lIns="91413" tIns="45707" rIns="91413" bIns="45707" rtlCol="0">
            <a:spAutoFit/>
          </a:bodyPr>
          <a:lstStyle/>
          <a:p>
            <a:pPr defTabSz="914217">
              <a:buClr>
                <a:srgbClr val="000000"/>
              </a:buClr>
            </a:pPr>
            <a:r>
              <a: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rPr>
              <a:t>ダイクストラ法</a:t>
            </a:r>
          </a:p>
        </p:txBody>
      </p:sp>
    </p:spTree>
    <p:extLst>
      <p:ext uri="{BB962C8B-B14F-4D97-AF65-F5344CB8AC3E}">
        <p14:creationId xmlns:p14="http://schemas.microsoft.com/office/powerpoint/2010/main" val="2312074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​​テーマ">
  <a:themeElements>
    <a:clrScheme name="AIブログ">
      <a:dk1>
        <a:srgbClr val="000000"/>
      </a:dk1>
      <a:lt1>
        <a:srgbClr val="FFFFFF"/>
      </a:lt1>
      <a:dk2>
        <a:srgbClr val="013CA6"/>
      </a:dk2>
      <a:lt2>
        <a:srgbClr val="BDE4FC"/>
      </a:lt2>
      <a:accent1>
        <a:srgbClr val="013CA6"/>
      </a:accent1>
      <a:accent2>
        <a:srgbClr val="BDE4FC"/>
      </a:accent2>
      <a:accent3>
        <a:srgbClr val="F3FAFE"/>
      </a:accent3>
      <a:accent4>
        <a:srgbClr val="00B050"/>
      </a:accent4>
      <a:accent5>
        <a:srgbClr val="EBA81A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205</Words>
  <Application>Microsoft Office PowerPoint</Application>
  <PresentationFormat>ユーザー設定</PresentationFormat>
  <Paragraphs>157</Paragraphs>
  <Slides>8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9" baseType="lpstr">
      <vt:lpstr>Office ​​テーマ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shining</dc:creator>
  <dc:description>generated using python-pptx</dc:description>
  <cp:lastModifiedBy>shining</cp:lastModifiedBy>
  <cp:revision>4</cp:revision>
  <dcterms:created xsi:type="dcterms:W3CDTF">2013-01-27T09:14:16Z</dcterms:created>
  <dcterms:modified xsi:type="dcterms:W3CDTF">2026-06-06T12:23:58Z</dcterms:modified>
</cp:coreProperties>
</file>