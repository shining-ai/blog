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最小共通祖先 (LCA) — ダブリング法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584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555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根付き木（根=0）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4320000" y="2880000"/>
            <a:ext cx="3600000" cy="216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0" y="2880000"/>
            <a:ext cx="3600000" cy="216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2520000" y="5040000"/>
            <a:ext cx="1800000" cy="252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20000" y="5040000"/>
            <a:ext cx="1800000" cy="252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720000" y="5040000"/>
            <a:ext cx="1800000" cy="252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520000" y="5040000"/>
            <a:ext cx="1800000" cy="252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440000" y="7560000"/>
            <a:ext cx="1080000" cy="252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20000" y="7560000"/>
            <a:ext cx="1080000" cy="2520000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470000" y="2430000"/>
            <a:ext cx="900000" cy="90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000" y="254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000" y="336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d=0</a:t>
            </a:r>
          </a:p>
        </p:txBody>
      </p:sp>
      <p:sp>
        <p:nvSpPr>
          <p:cNvPr id="17" name="Oval 16"/>
          <p:cNvSpPr/>
          <p:nvPr/>
        </p:nvSpPr>
        <p:spPr>
          <a:xfrm>
            <a:off x="3870000" y="459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70000" y="470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0000" y="552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d=1</a:t>
            </a:r>
          </a:p>
        </p:txBody>
      </p:sp>
      <p:sp>
        <p:nvSpPr>
          <p:cNvPr id="20" name="Oval 19"/>
          <p:cNvSpPr/>
          <p:nvPr/>
        </p:nvSpPr>
        <p:spPr>
          <a:xfrm>
            <a:off x="11070000" y="459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70000" y="470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70000" y="552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d=1</a:t>
            </a:r>
          </a:p>
        </p:txBody>
      </p:sp>
      <p:sp>
        <p:nvSpPr>
          <p:cNvPr id="23" name="Oval 22"/>
          <p:cNvSpPr/>
          <p:nvPr/>
        </p:nvSpPr>
        <p:spPr>
          <a:xfrm>
            <a:off x="2070000" y="711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70000" y="722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0000" y="804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d=2</a:t>
            </a:r>
          </a:p>
        </p:txBody>
      </p:sp>
      <p:sp>
        <p:nvSpPr>
          <p:cNvPr id="26" name="Oval 25"/>
          <p:cNvSpPr/>
          <p:nvPr/>
        </p:nvSpPr>
        <p:spPr>
          <a:xfrm>
            <a:off x="5670000" y="711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0000" y="722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0000" y="804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d=2</a:t>
            </a:r>
          </a:p>
        </p:txBody>
      </p:sp>
      <p:sp>
        <p:nvSpPr>
          <p:cNvPr id="29" name="Oval 28"/>
          <p:cNvSpPr/>
          <p:nvPr/>
        </p:nvSpPr>
        <p:spPr>
          <a:xfrm>
            <a:off x="9270000" y="711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0000" y="722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0000" y="804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d=2</a:t>
            </a:r>
          </a:p>
        </p:txBody>
      </p:sp>
      <p:sp>
        <p:nvSpPr>
          <p:cNvPr id="32" name="Oval 31"/>
          <p:cNvSpPr/>
          <p:nvPr/>
        </p:nvSpPr>
        <p:spPr>
          <a:xfrm>
            <a:off x="12870000" y="711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70000" y="722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70000" y="804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d=2</a:t>
            </a:r>
          </a:p>
        </p:txBody>
      </p:sp>
      <p:sp>
        <p:nvSpPr>
          <p:cNvPr id="35" name="Oval 34"/>
          <p:cNvSpPr/>
          <p:nvPr/>
        </p:nvSpPr>
        <p:spPr>
          <a:xfrm>
            <a:off x="990000" y="963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0000" y="974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000" y="1056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d=3</a:t>
            </a:r>
          </a:p>
        </p:txBody>
      </p:sp>
      <p:sp>
        <p:nvSpPr>
          <p:cNvPr id="38" name="Oval 37"/>
          <p:cNvSpPr/>
          <p:nvPr/>
        </p:nvSpPr>
        <p:spPr>
          <a:xfrm>
            <a:off x="3150000" y="9630000"/>
            <a:ext cx="900000" cy="900000"/>
          </a:xfrm>
          <a:prstGeom prst="ellipse">
            <a:avLst/>
          </a:prstGeom>
          <a:solidFill>
            <a:srgbClr val="BDE4FC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50000" y="9742500"/>
            <a:ext cx="900000" cy="6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0000" y="10566000"/>
            <a:ext cx="9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08080"/>
                </a:solidFill>
              </a:rPr>
              <a:t>d=3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0000" y="10980000"/>
            <a:ext cx="10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例: LCA(7, 4) =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0000" y="11520000"/>
            <a:ext cx="1080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例: LCA(7, 5) =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920000" y="1368000"/>
            <a:ext cx="36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064000" y="1368000"/>
            <a:ext cx="33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ダブリングテーブル  anc[v][k] = v の 2ᵏ 個上の祖先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80000" y="2340000"/>
            <a:ext cx="1152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7280000" y="234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432000" y="2340000"/>
            <a:ext cx="1152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432000" y="234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anc[v][0]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584000" y="2340000"/>
            <a:ext cx="1152000" cy="54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584000" y="234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anc[v][1]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280000" y="288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280000" y="288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432000" y="288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432000" y="288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584000" y="288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584000" y="288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80000" y="342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280000" y="342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432000" y="342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432000" y="342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584000" y="342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584000" y="342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280000" y="396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280000" y="396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432000" y="396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432000" y="396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584000" y="396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584000" y="396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280000" y="450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280000" y="450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432000" y="450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8432000" y="450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584000" y="450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584000" y="450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7280000" y="504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280000" y="504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432000" y="504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432000" y="504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584000" y="504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584000" y="504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280000" y="558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280000" y="558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432000" y="558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432000" y="558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584000" y="558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9584000" y="558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280000" y="612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7280000" y="612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432000" y="612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432000" y="612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584000" y="612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584000" y="612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280000" y="666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280000" y="666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432000" y="666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432000" y="666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584000" y="666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584000" y="666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7280000" y="7200000"/>
            <a:ext cx="1152000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7280000" y="720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8432000" y="720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8432000" y="720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584000" y="7200000"/>
            <a:ext cx="1152000" cy="5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584000" y="7200000"/>
            <a:ext cx="1152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6920000" y="10620000"/>
            <a:ext cx="3600000" cy="1007999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7028000" y="10674000"/>
            <a:ext cx="3384000" cy="89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前処理 O(n log n)。クエリ O(log n)
2点の深さを揃えた後、2ᵏ ずつ遡って LCA を特定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