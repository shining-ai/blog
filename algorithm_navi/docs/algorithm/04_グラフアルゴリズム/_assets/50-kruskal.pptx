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4" r:id="rId2"/>
    <p:sldId id="263" r:id="rId3"/>
    <p:sldId id="262" r:id="rId4"/>
    <p:sldId id="261" r:id="rId5"/>
    <p:sldId id="259" r:id="rId6"/>
  </p:sldIdLst>
  <p:sldSz cx="21289963" cy="1197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24" y="-1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タイトルとコンテンツ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2"/>
          <p:cNvSpPr txBox="1">
            <a:spLocks noGrp="1"/>
          </p:cNvSpPr>
          <p:nvPr>
            <p:ph type="body" idx="1"/>
          </p:nvPr>
        </p:nvSpPr>
        <p:spPr>
          <a:xfrm>
            <a:off x="1064498" y="2793687"/>
            <a:ext cx="19160967" cy="7901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326" lvl="2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543" lvl="4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2651" lvl="5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2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2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5006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 type="secHead">
  <p:cSld name="セクション見出し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 txBox="1">
            <a:spLocks noGrp="1"/>
          </p:cNvSpPr>
          <p:nvPr>
            <p:ph type="title"/>
          </p:nvPr>
        </p:nvSpPr>
        <p:spPr>
          <a:xfrm>
            <a:off x="1681761" y="7693718"/>
            <a:ext cx="18096468" cy="2377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00"/>
              <a:buFont typeface="Arial"/>
              <a:buNone/>
              <a:defRPr sz="83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4"/>
          <p:cNvSpPr txBox="1">
            <a:spLocks noGrp="1"/>
          </p:cNvSpPr>
          <p:nvPr>
            <p:ph type="body" idx="1"/>
          </p:nvPr>
        </p:nvSpPr>
        <p:spPr>
          <a:xfrm>
            <a:off x="1681761" y="5074637"/>
            <a:ext cx="18096468" cy="2619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marL="457109" lvl="0" indent="-228554" algn="l">
              <a:spcBef>
                <a:spcPts val="840"/>
              </a:spcBef>
              <a:spcAft>
                <a:spcPts val="0"/>
              </a:spcAft>
              <a:buClr>
                <a:srgbClr val="888888"/>
              </a:buClr>
              <a:buSzPts val="4200"/>
              <a:buNone/>
              <a:defRPr sz="4200">
                <a:solidFill>
                  <a:srgbClr val="888888"/>
                </a:solidFill>
              </a:defRPr>
            </a:lvl1pPr>
            <a:lvl2pPr marL="914217" lvl="1" indent="-228554" algn="l">
              <a:spcBef>
                <a:spcPts val="74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 sz="3700">
                <a:solidFill>
                  <a:srgbClr val="888888"/>
                </a:solidFill>
              </a:defRPr>
            </a:lvl2pPr>
            <a:lvl3pPr marL="1371326" lvl="2" indent="-228554" algn="l">
              <a:spcBef>
                <a:spcPts val="660"/>
              </a:spcBef>
              <a:spcAft>
                <a:spcPts val="0"/>
              </a:spcAft>
              <a:buClr>
                <a:srgbClr val="888888"/>
              </a:buClr>
              <a:buSzPts val="3300"/>
              <a:buNone/>
              <a:defRPr sz="3300">
                <a:solidFill>
                  <a:srgbClr val="888888"/>
                </a:solidFill>
              </a:defRPr>
            </a:lvl3pPr>
            <a:lvl4pPr marL="1828434" lvl="3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4pPr>
            <a:lvl5pPr marL="2285543" lvl="4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5pPr>
            <a:lvl6pPr marL="2742651" lvl="5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6pPr>
            <a:lvl7pPr marL="3199760" lvl="6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7pPr>
            <a:lvl8pPr marL="3656868" lvl="7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8pPr>
            <a:lvl9pPr marL="4113977" lvl="8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4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4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4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3895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2 つのコンテンツ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5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5"/>
          <p:cNvSpPr txBox="1">
            <a:spLocks noGrp="1"/>
          </p:cNvSpPr>
          <p:nvPr>
            <p:ph type="body" idx="1"/>
          </p:nvPr>
        </p:nvSpPr>
        <p:spPr>
          <a:xfrm>
            <a:off x="2480135" y="4877864"/>
            <a:ext cx="22128993" cy="1379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596781" algn="l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Char char="•"/>
              <a:defRPr sz="5800"/>
            </a:lvl1pPr>
            <a:lvl2pPr marL="914217" lvl="1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–"/>
              <a:defRPr sz="5000"/>
            </a:lvl2pPr>
            <a:lvl3pPr marL="1371326" lvl="2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3pPr>
            <a:lvl4pPr marL="1828434" lvl="3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4pPr>
            <a:lvl5pPr marL="2285543" lvl="4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»"/>
              <a:defRPr sz="3700"/>
            </a:lvl5pPr>
            <a:lvl6pPr marL="2742651" lvl="5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6pPr>
            <a:lvl7pPr marL="3199760" lvl="6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7pPr>
            <a:lvl8pPr marL="3656868" lvl="7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8pPr>
            <a:lvl9pPr marL="4113977" lvl="8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9pPr>
          </a:lstStyle>
          <a:p>
            <a:endParaRPr/>
          </a:p>
        </p:txBody>
      </p:sp>
      <p:sp>
        <p:nvSpPr>
          <p:cNvPr id="36" name="Google Shape;36;p45"/>
          <p:cNvSpPr txBox="1">
            <a:spLocks noGrp="1"/>
          </p:cNvSpPr>
          <p:nvPr>
            <p:ph type="body" idx="2"/>
          </p:nvPr>
        </p:nvSpPr>
        <p:spPr>
          <a:xfrm>
            <a:off x="24963961" y="4877864"/>
            <a:ext cx="22132690" cy="1379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596781" algn="l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Char char="•"/>
              <a:defRPr sz="5800"/>
            </a:lvl1pPr>
            <a:lvl2pPr marL="914217" lvl="1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–"/>
              <a:defRPr sz="5000"/>
            </a:lvl2pPr>
            <a:lvl3pPr marL="1371326" lvl="2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3pPr>
            <a:lvl4pPr marL="1828434" lvl="3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4pPr>
            <a:lvl5pPr marL="2285543" lvl="4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»"/>
              <a:defRPr sz="3700"/>
            </a:lvl5pPr>
            <a:lvl6pPr marL="2742651" lvl="5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6pPr>
            <a:lvl7pPr marL="3199760" lvl="6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7pPr>
            <a:lvl8pPr marL="3656868" lvl="7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8pPr>
            <a:lvl9pPr marL="4113977" lvl="8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9pPr>
          </a:lstStyle>
          <a:p>
            <a:endParaRPr/>
          </a:p>
        </p:txBody>
      </p:sp>
      <p:sp>
        <p:nvSpPr>
          <p:cNvPr id="37" name="Google Shape;37;p45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5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5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02483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比較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6"/>
          <p:cNvSpPr txBox="1">
            <a:spLocks noGrp="1"/>
          </p:cNvSpPr>
          <p:nvPr>
            <p:ph type="body" idx="1"/>
          </p:nvPr>
        </p:nvSpPr>
        <p:spPr>
          <a:xfrm>
            <a:off x="1064499" y="2680051"/>
            <a:ext cx="9406764" cy="111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marL="457109" lvl="0" indent="-228554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 b="1"/>
            </a:lvl1pPr>
            <a:lvl2pPr marL="914217" lvl="1" indent="-228554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 b="1"/>
            </a:lvl2pPr>
            <a:lvl3pPr marL="1371326" lvl="2" indent="-228554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 b="1"/>
            </a:lvl3pPr>
            <a:lvl4pPr marL="1828434" lvl="3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4pPr>
            <a:lvl5pPr marL="2285543" lvl="4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5pPr>
            <a:lvl6pPr marL="2742651" lvl="5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6pPr>
            <a:lvl7pPr marL="3199760" lvl="6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7pPr>
            <a:lvl8pPr marL="3656868" lvl="7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8pPr>
            <a:lvl9pPr marL="4113977" lvl="8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9pPr>
          </a:lstStyle>
          <a:p>
            <a:endParaRPr/>
          </a:p>
        </p:txBody>
      </p:sp>
      <p:sp>
        <p:nvSpPr>
          <p:cNvPr id="43" name="Google Shape;43;p46"/>
          <p:cNvSpPr txBox="1">
            <a:spLocks noGrp="1"/>
          </p:cNvSpPr>
          <p:nvPr>
            <p:ph type="body" idx="2"/>
          </p:nvPr>
        </p:nvSpPr>
        <p:spPr>
          <a:xfrm>
            <a:off x="1064499" y="3796970"/>
            <a:ext cx="9406764" cy="689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marL="914217" lvl="1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–"/>
              <a:defRPr sz="4200"/>
            </a:lvl2pPr>
            <a:lvl3pPr marL="1371326" lvl="2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3pPr>
            <a:lvl4pPr marL="1828434" lvl="3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–"/>
              <a:defRPr sz="3300"/>
            </a:lvl4pPr>
            <a:lvl5pPr marL="2285543" lvl="4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»"/>
              <a:defRPr sz="3300"/>
            </a:lvl5pPr>
            <a:lvl6pPr marL="2742651" lvl="5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6pPr>
            <a:lvl7pPr marL="3199760" lvl="6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7pPr>
            <a:lvl8pPr marL="3656868" lvl="7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8pPr>
            <a:lvl9pPr marL="4113977" lvl="8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9pPr>
          </a:lstStyle>
          <a:p>
            <a:endParaRPr/>
          </a:p>
        </p:txBody>
      </p:sp>
      <p:sp>
        <p:nvSpPr>
          <p:cNvPr id="44" name="Google Shape;44;p46"/>
          <p:cNvSpPr txBox="1">
            <a:spLocks noGrp="1"/>
          </p:cNvSpPr>
          <p:nvPr>
            <p:ph type="body" idx="3"/>
          </p:nvPr>
        </p:nvSpPr>
        <p:spPr>
          <a:xfrm>
            <a:off x="10815011" y="2680051"/>
            <a:ext cx="9410460" cy="111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marL="457109" lvl="0" indent="-228554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 b="1"/>
            </a:lvl1pPr>
            <a:lvl2pPr marL="914217" lvl="1" indent="-228554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 b="1"/>
            </a:lvl2pPr>
            <a:lvl3pPr marL="1371326" lvl="2" indent="-228554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 b="1"/>
            </a:lvl3pPr>
            <a:lvl4pPr marL="1828434" lvl="3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4pPr>
            <a:lvl5pPr marL="2285543" lvl="4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5pPr>
            <a:lvl6pPr marL="2742651" lvl="5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6pPr>
            <a:lvl7pPr marL="3199760" lvl="6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7pPr>
            <a:lvl8pPr marL="3656868" lvl="7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8pPr>
            <a:lvl9pPr marL="4113977" lvl="8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9pPr>
          </a:lstStyle>
          <a:p>
            <a:endParaRPr/>
          </a:p>
        </p:txBody>
      </p:sp>
      <p:sp>
        <p:nvSpPr>
          <p:cNvPr id="45" name="Google Shape;45;p46"/>
          <p:cNvSpPr txBox="1">
            <a:spLocks noGrp="1"/>
          </p:cNvSpPr>
          <p:nvPr>
            <p:ph type="body" idx="4"/>
          </p:nvPr>
        </p:nvSpPr>
        <p:spPr>
          <a:xfrm>
            <a:off x="10815011" y="3796970"/>
            <a:ext cx="9410460" cy="689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marL="914217" lvl="1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–"/>
              <a:defRPr sz="4200"/>
            </a:lvl2pPr>
            <a:lvl3pPr marL="1371326" lvl="2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3pPr>
            <a:lvl4pPr marL="1828434" lvl="3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–"/>
              <a:defRPr sz="3300"/>
            </a:lvl4pPr>
            <a:lvl5pPr marL="2285543" lvl="4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»"/>
              <a:defRPr sz="3300"/>
            </a:lvl5pPr>
            <a:lvl6pPr marL="2742651" lvl="5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6pPr>
            <a:lvl7pPr marL="3199760" lvl="6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7pPr>
            <a:lvl8pPr marL="3656868" lvl="7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8pPr>
            <a:lvl9pPr marL="4113977" lvl="8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9pPr>
          </a:lstStyle>
          <a:p>
            <a:endParaRPr/>
          </a:p>
        </p:txBody>
      </p:sp>
      <p:sp>
        <p:nvSpPr>
          <p:cNvPr id="46" name="Google Shape;46;p46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6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6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77167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タイトルのみ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7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7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7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7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48603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&#10;コンテンツ" type="objTx">
  <p:cSld name="タイトル付きの&#10;コンテンツ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9"/>
          <p:cNvSpPr txBox="1">
            <a:spLocks noGrp="1"/>
          </p:cNvSpPr>
          <p:nvPr>
            <p:ph type="title"/>
          </p:nvPr>
        </p:nvSpPr>
        <p:spPr>
          <a:xfrm>
            <a:off x="1064501" y="476700"/>
            <a:ext cx="7004251" cy="202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9"/>
          <p:cNvSpPr txBox="1">
            <a:spLocks noGrp="1"/>
          </p:cNvSpPr>
          <p:nvPr>
            <p:ph type="body" idx="1"/>
          </p:nvPr>
        </p:nvSpPr>
        <p:spPr>
          <a:xfrm>
            <a:off x="8323784" y="476704"/>
            <a:ext cx="11901681" cy="1021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653919" algn="l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Char char="•"/>
              <a:defRPr sz="6700"/>
            </a:lvl1pPr>
            <a:lvl2pPr marL="914217" lvl="1" indent="-596781" algn="l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Char char="–"/>
              <a:defRPr sz="5800"/>
            </a:lvl2pPr>
            <a:lvl3pPr marL="1371326" lvl="2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3pPr>
            <a:lvl4pPr marL="1828434" lvl="3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–"/>
              <a:defRPr sz="4200"/>
            </a:lvl4pPr>
            <a:lvl5pPr marL="2285543" lvl="4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»"/>
              <a:defRPr sz="4200"/>
            </a:lvl5pPr>
            <a:lvl6pPr marL="2742651" lvl="5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6pPr>
            <a:lvl7pPr marL="3199760" lvl="6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7pPr>
            <a:lvl8pPr marL="3656868" lvl="7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8pPr>
            <a:lvl9pPr marL="4113977" lvl="8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9pPr>
          </a:lstStyle>
          <a:p>
            <a:endParaRPr/>
          </a:p>
        </p:txBody>
      </p:sp>
      <p:sp>
        <p:nvSpPr>
          <p:cNvPr id="61" name="Google Shape;61;p49"/>
          <p:cNvSpPr txBox="1">
            <a:spLocks noGrp="1"/>
          </p:cNvSpPr>
          <p:nvPr>
            <p:ph type="body" idx="2"/>
          </p:nvPr>
        </p:nvSpPr>
        <p:spPr>
          <a:xfrm>
            <a:off x="1064501" y="2505450"/>
            <a:ext cx="7004251" cy="81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228554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1pPr>
            <a:lvl2pPr marL="914217" lvl="1" indent="-228554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2pPr>
            <a:lvl3pPr marL="1371326" lvl="2" indent="-228554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3pPr>
            <a:lvl4pPr marL="1828434" lvl="3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4pPr>
            <a:lvl5pPr marL="2285543" lvl="4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5pPr>
            <a:lvl6pPr marL="2742651" lvl="5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6pPr>
            <a:lvl7pPr marL="3199760" lvl="6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7pPr>
            <a:lvl8pPr marL="3656868" lvl="7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8pPr>
            <a:lvl9pPr marL="4113977" lvl="8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62" name="Google Shape;62;p49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9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9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77572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タイトル付きの図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0"/>
          <p:cNvSpPr txBox="1">
            <a:spLocks noGrp="1"/>
          </p:cNvSpPr>
          <p:nvPr>
            <p:ph type="title"/>
          </p:nvPr>
        </p:nvSpPr>
        <p:spPr>
          <a:xfrm>
            <a:off x="4172982" y="8381048"/>
            <a:ext cx="12773979" cy="98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0"/>
          <p:cNvSpPr>
            <a:spLocks noGrp="1"/>
          </p:cNvSpPr>
          <p:nvPr>
            <p:ph type="pic" idx="2"/>
          </p:nvPr>
        </p:nvSpPr>
        <p:spPr>
          <a:xfrm>
            <a:off x="4172982" y="1069803"/>
            <a:ext cx="12773979" cy="718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R="0" lvl="0" algn="l" rtl="0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Arial"/>
              <a:buNone/>
              <a:defRPr sz="6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rial"/>
              <a:buNone/>
              <a:defRPr sz="5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50"/>
          <p:cNvSpPr txBox="1">
            <a:spLocks noGrp="1"/>
          </p:cNvSpPr>
          <p:nvPr>
            <p:ph type="body" idx="1"/>
          </p:nvPr>
        </p:nvSpPr>
        <p:spPr>
          <a:xfrm>
            <a:off x="4172982" y="9370479"/>
            <a:ext cx="12773979" cy="140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228554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1pPr>
            <a:lvl2pPr marL="914217" lvl="1" indent="-228554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2pPr>
            <a:lvl3pPr marL="1371326" lvl="2" indent="-228554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3pPr>
            <a:lvl4pPr marL="1828434" lvl="3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4pPr>
            <a:lvl5pPr marL="2285543" lvl="4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5pPr>
            <a:lvl6pPr marL="2742651" lvl="5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6pPr>
            <a:lvl7pPr marL="3199760" lvl="6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7pPr>
            <a:lvl8pPr marL="3656868" lvl="7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8pPr>
            <a:lvl9pPr marL="4113977" lvl="8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69" name="Google Shape;69;p50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0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0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29011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&#10;縦書きテキスト" type="vertTx">
  <p:cSld name="タイトルと&#10;縦書きテキスト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1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1"/>
          <p:cNvSpPr txBox="1">
            <a:spLocks noGrp="1"/>
          </p:cNvSpPr>
          <p:nvPr>
            <p:ph type="body" idx="1"/>
          </p:nvPr>
        </p:nvSpPr>
        <p:spPr>
          <a:xfrm rot="5400000">
            <a:off x="6694194" y="-2836008"/>
            <a:ext cx="7901577" cy="1916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326" lvl="2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543" lvl="4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2651" lvl="5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1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1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1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91251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&#10;縦書きテキスト" type="vertTitleAndTx">
  <p:cSld name="縦書きタイトルと&#10;縦書きテキスト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2"/>
          <p:cNvSpPr txBox="1">
            <a:spLocks noGrp="1"/>
          </p:cNvSpPr>
          <p:nvPr>
            <p:ph type="title"/>
          </p:nvPr>
        </p:nvSpPr>
        <p:spPr>
          <a:xfrm rot="5400000">
            <a:off x="32602259" y="4180039"/>
            <a:ext cx="17837441" cy="11151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2"/>
          <p:cNvSpPr txBox="1">
            <a:spLocks noGrp="1"/>
          </p:cNvSpPr>
          <p:nvPr>
            <p:ph type="body" idx="1"/>
          </p:nvPr>
        </p:nvSpPr>
        <p:spPr>
          <a:xfrm rot="5400000">
            <a:off x="10116581" y="-6799446"/>
            <a:ext cx="17837441" cy="33110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326" lvl="2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543" lvl="4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2651" lvl="5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2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2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2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08766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00"/>
              <a:buFont typeface="Arial"/>
              <a:buNone/>
              <a:defRPr sz="9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body" idx="1"/>
          </p:nvPr>
        </p:nvSpPr>
        <p:spPr>
          <a:xfrm>
            <a:off x="1064498" y="2793687"/>
            <a:ext cx="19160967" cy="7901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200" marR="0" lvl="0" indent="-654050" algn="l" rtl="0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Arial"/>
              <a:buChar char="•"/>
              <a:defRPr sz="6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596900" algn="l" rtl="0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rial"/>
              <a:buChar char="–"/>
              <a:defRPr sz="5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5461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Char char="•"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–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»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1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3" name="Google Shape;13;p41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4" name="Google Shape;14;p41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ja-JP" kern="0" smtClean="0"/>
              <a:pPr defTabSz="914400"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ja-JP" altLang="en-US" kern="0"/>
          </a:p>
        </p:txBody>
      </p:sp>
    </p:spTree>
    <p:extLst>
      <p:ext uri="{BB962C8B-B14F-4D97-AF65-F5344CB8AC3E}">
        <p14:creationId xmlns:p14="http://schemas.microsoft.com/office/powerpoint/2010/main" val="217881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4119107" y="2634145"/>
            <a:ext cx="13051750" cy="6704635"/>
            <a:chOff x="3173586" y="2803229"/>
            <a:chExt cx="13053696" cy="6705524"/>
          </a:xfrm>
        </p:grpSpPr>
        <p:sp>
          <p:nvSpPr>
            <p:cNvPr id="48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FFFFFF"/>
                  </a:solidFill>
                  <a:cs typeface="Arial"/>
                  <a:sym typeface="Arial"/>
                </a:rPr>
                <a:t>A</a:t>
              </a:r>
              <a:endParaRPr sz="48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FFFFFF"/>
                  </a:solidFill>
                  <a:cs typeface="Arial"/>
                  <a:sym typeface="Arial"/>
                </a:rPr>
                <a:t>B</a:t>
              </a:r>
              <a:endParaRPr sz="48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FFFFFF"/>
                  </a:solidFill>
                  <a:cs typeface="Arial"/>
                  <a:sym typeface="Arial"/>
                </a:rPr>
                <a:t>C</a:t>
              </a:r>
              <a:endParaRPr sz="48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FFFFFF"/>
                  </a:solidFill>
                  <a:cs typeface="Arial"/>
                  <a:sym typeface="Arial"/>
                </a:rPr>
                <a:t>D</a:t>
              </a:r>
              <a:endParaRPr sz="48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FFFFFF"/>
                  </a:solidFill>
                  <a:cs typeface="Arial"/>
                  <a:sym typeface="Arial"/>
                </a:rPr>
                <a:t>E</a:t>
              </a:r>
              <a:endParaRPr sz="48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FFFFFF"/>
                  </a:solidFill>
                  <a:cs typeface="Arial"/>
                  <a:sym typeface="Arial"/>
                </a:rPr>
                <a:t>F</a:t>
              </a:r>
              <a:endParaRPr sz="48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FFFFFF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FFFFFF"/>
                  </a:solidFill>
                  <a:sym typeface="Arial"/>
                </a:rPr>
                <a:t>7</a:t>
              </a:r>
              <a:endParaRPr kumimoji="1" lang="ja-JP" altLang="en-US" sz="44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FFFFFF"/>
                  </a:solidFill>
                  <a:sym typeface="Arial"/>
                </a:rPr>
                <a:t>5</a:t>
              </a:r>
              <a:endParaRPr kumimoji="1" lang="ja-JP" altLang="en-US" sz="44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FFFFFF"/>
                  </a:solidFill>
                  <a:sym typeface="Arial"/>
                </a:rPr>
                <a:t>3</a:t>
              </a:r>
              <a:endParaRPr kumimoji="1" lang="ja-JP" altLang="en-US" sz="44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FFFFFF"/>
                  </a:solidFill>
                  <a:sym typeface="Arial"/>
                </a:rPr>
                <a:t>7</a:t>
              </a:r>
              <a:endParaRPr kumimoji="1" lang="ja-JP" altLang="en-US" sz="44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16" name="正方形/長方形 15"/>
            <p:cNvSpPr/>
            <p:nvPr/>
          </p:nvSpPr>
          <p:spPr>
            <a:xfrm rot="2411632">
              <a:off x="4065796" y="5797038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</a:t>
              </a:r>
              <a:r>
                <a:rPr kumimoji="1" lang="ja-JP" altLang="en-US" sz="4400" b="1" kern="0" dirty="0">
                  <a:solidFill>
                    <a:srgbClr val="000000"/>
                  </a:solidFill>
                  <a:sym typeface="Arial"/>
                </a:rPr>
                <a:t>１</a:t>
              </a:r>
            </a:p>
          </p:txBody>
        </p:sp>
        <p:sp>
          <p:nvSpPr>
            <p:cNvPr id="17" name="正方形/長方形 16"/>
            <p:cNvSpPr/>
            <p:nvPr/>
          </p:nvSpPr>
          <p:spPr>
            <a:xfrm rot="19103666">
              <a:off x="9746482" y="5912116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15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5602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4119107" y="2634145"/>
            <a:ext cx="13051750" cy="6704635"/>
            <a:chOff x="3173586" y="2803229"/>
            <a:chExt cx="13053696" cy="6705524"/>
          </a:xfrm>
        </p:grpSpPr>
        <p:sp>
          <p:nvSpPr>
            <p:cNvPr id="48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6" name="正方形/長方形 15"/>
            <p:cNvSpPr/>
            <p:nvPr/>
          </p:nvSpPr>
          <p:spPr>
            <a:xfrm rot="2411632">
              <a:off x="4065796" y="5797038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</a:t>
              </a:r>
              <a:r>
                <a:rPr kumimoji="1" lang="ja-JP" altLang="en-US" sz="4400" b="1" kern="0" dirty="0">
                  <a:solidFill>
                    <a:srgbClr val="000000"/>
                  </a:solidFill>
                  <a:sym typeface="Arial"/>
                </a:rPr>
                <a:t>１</a:t>
              </a:r>
            </a:p>
          </p:txBody>
        </p:sp>
        <p:sp>
          <p:nvSpPr>
            <p:cNvPr id="17" name="正方形/長方形 16"/>
            <p:cNvSpPr/>
            <p:nvPr/>
          </p:nvSpPr>
          <p:spPr>
            <a:xfrm rot="19103666">
              <a:off x="9746482" y="5912116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15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</p:grpSp>
      <p:sp>
        <p:nvSpPr>
          <p:cNvPr id="19" name="正方形/長方形 18"/>
          <p:cNvSpPr/>
          <p:nvPr/>
        </p:nvSpPr>
        <p:spPr>
          <a:xfrm>
            <a:off x="1171136" y="1471941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>
                <a:solidFill>
                  <a:srgbClr val="FFFFFF"/>
                </a:solidFill>
                <a:sym typeface="Arial"/>
              </a:rPr>
              <a:t>STEP1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4443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4119107" y="2634145"/>
            <a:ext cx="13051750" cy="6704635"/>
            <a:chOff x="3173586" y="2803229"/>
            <a:chExt cx="13053696" cy="6705524"/>
          </a:xfrm>
        </p:grpSpPr>
        <p:sp>
          <p:nvSpPr>
            <p:cNvPr id="48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6" name="正方形/長方形 15"/>
            <p:cNvSpPr/>
            <p:nvPr/>
          </p:nvSpPr>
          <p:spPr>
            <a:xfrm rot="2411632">
              <a:off x="4065796" y="5797038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</a:t>
              </a:r>
              <a:r>
                <a:rPr kumimoji="1" lang="ja-JP" altLang="en-US" sz="4400" b="1" kern="0" dirty="0">
                  <a:solidFill>
                    <a:srgbClr val="000000"/>
                  </a:solidFill>
                  <a:sym typeface="Arial"/>
                </a:rPr>
                <a:t>１</a:t>
              </a:r>
            </a:p>
          </p:txBody>
        </p:sp>
        <p:sp>
          <p:nvSpPr>
            <p:cNvPr id="17" name="正方形/長方形 16"/>
            <p:cNvSpPr/>
            <p:nvPr/>
          </p:nvSpPr>
          <p:spPr>
            <a:xfrm rot="19103666">
              <a:off x="9746482" y="5912116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15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</p:grpSp>
      <p:sp>
        <p:nvSpPr>
          <p:cNvPr id="19" name="正方形/長方形 18"/>
          <p:cNvSpPr/>
          <p:nvPr/>
        </p:nvSpPr>
        <p:spPr>
          <a:xfrm>
            <a:off x="1171136" y="1471941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STEP2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4192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153640" y="3696784"/>
            <a:ext cx="8914521" cy="4579356"/>
            <a:chOff x="3173586" y="2803229"/>
            <a:chExt cx="13053696" cy="6705524"/>
          </a:xfrm>
        </p:grpSpPr>
        <p:sp>
          <p:nvSpPr>
            <p:cNvPr id="48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6" name="正方形/長方形 15"/>
            <p:cNvSpPr/>
            <p:nvPr/>
          </p:nvSpPr>
          <p:spPr>
            <a:xfrm rot="2411632">
              <a:off x="4065796" y="5797038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11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7" name="正方形/長方形 16"/>
            <p:cNvSpPr/>
            <p:nvPr/>
          </p:nvSpPr>
          <p:spPr>
            <a:xfrm rot="19103666">
              <a:off x="9746482" y="5912116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</p:grpSp>
      <p:grpSp>
        <p:nvGrpSpPr>
          <p:cNvPr id="19" name="グループ化 18"/>
          <p:cNvGrpSpPr/>
          <p:nvPr/>
        </p:nvGrpSpPr>
        <p:grpSpPr>
          <a:xfrm>
            <a:off x="11221801" y="3696784"/>
            <a:ext cx="8914521" cy="4579356"/>
            <a:chOff x="3173586" y="2803229"/>
            <a:chExt cx="13053696" cy="6705524"/>
          </a:xfrm>
        </p:grpSpPr>
        <p:sp>
          <p:nvSpPr>
            <p:cNvPr id="20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正方形/長方形 31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3" name="正方形/長方形 32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4" name="正方形/長方形 33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8" name="正方形/長方形 37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9" name="正方形/長方形 38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3" name="正方形/長方形 42"/>
            <p:cNvSpPr/>
            <p:nvPr/>
          </p:nvSpPr>
          <p:spPr>
            <a:xfrm rot="2411632">
              <a:off x="4065796" y="5797038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11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6" name="正方形/長方形 45"/>
            <p:cNvSpPr/>
            <p:nvPr/>
          </p:nvSpPr>
          <p:spPr>
            <a:xfrm rot="19103666">
              <a:off x="9746482" y="5912116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</p:grpSp>
      <p:sp>
        <p:nvSpPr>
          <p:cNvPr id="47" name="正方形/長方形 46"/>
          <p:cNvSpPr/>
          <p:nvPr/>
        </p:nvSpPr>
        <p:spPr>
          <a:xfrm>
            <a:off x="1171136" y="1471941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STEP3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49" name="正方形/長方形 48"/>
          <p:cNvSpPr/>
          <p:nvPr/>
        </p:nvSpPr>
        <p:spPr>
          <a:xfrm>
            <a:off x="10132765" y="1471941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STEP4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049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153640" y="938071"/>
            <a:ext cx="8914521" cy="4579356"/>
            <a:chOff x="3173586" y="2803229"/>
            <a:chExt cx="13053696" cy="6705524"/>
          </a:xfrm>
        </p:grpSpPr>
        <p:sp>
          <p:nvSpPr>
            <p:cNvPr id="48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16" name="正方形/長方形 15"/>
            <p:cNvSpPr/>
            <p:nvPr/>
          </p:nvSpPr>
          <p:spPr>
            <a:xfrm rot="2411632">
              <a:off x="4065796" y="5797038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11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7" name="正方形/長方形 16"/>
            <p:cNvSpPr/>
            <p:nvPr/>
          </p:nvSpPr>
          <p:spPr>
            <a:xfrm rot="19103666">
              <a:off x="9746482" y="5912116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</p:grpSp>
      <p:grpSp>
        <p:nvGrpSpPr>
          <p:cNvPr id="19" name="グループ化 18"/>
          <p:cNvGrpSpPr/>
          <p:nvPr/>
        </p:nvGrpSpPr>
        <p:grpSpPr>
          <a:xfrm>
            <a:off x="11221801" y="447237"/>
            <a:ext cx="8914521" cy="5070190"/>
            <a:chOff x="3173586" y="2084492"/>
            <a:chExt cx="13053696" cy="7424261"/>
          </a:xfrm>
        </p:grpSpPr>
        <p:grpSp>
          <p:nvGrpSpPr>
            <p:cNvPr id="20" name="グループ化 19"/>
            <p:cNvGrpSpPr/>
            <p:nvPr/>
          </p:nvGrpSpPr>
          <p:grpSpPr>
            <a:xfrm>
              <a:off x="3173586" y="2803229"/>
              <a:ext cx="13053696" cy="6705524"/>
              <a:chOff x="3173586" y="2803229"/>
              <a:chExt cx="13053696" cy="6705524"/>
            </a:xfrm>
          </p:grpSpPr>
          <p:sp>
            <p:nvSpPr>
              <p:cNvPr id="23" name="Google Shape;88;p1"/>
              <p:cNvSpPr/>
              <p:nvPr/>
            </p:nvSpPr>
            <p:spPr>
              <a:xfrm>
                <a:off x="3173586" y="2803229"/>
                <a:ext cx="1658664" cy="157166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spcFirstLastPara="1" wrap="square" lIns="190050" tIns="95000" rIns="190050" bIns="95000" anchor="ctr" anchorCtr="0">
                <a:noAutofit/>
              </a:bodyPr>
              <a:lstStyle/>
              <a:p>
                <a:pPr algn="ctr" defTabSz="914217">
                  <a:buClr>
                    <a:srgbClr val="000000"/>
                  </a:buClr>
                </a:pPr>
                <a:r>
                  <a:rPr lang="en-US" sz="4400" b="1" kern="0" dirty="0">
                    <a:solidFill>
                      <a:srgbClr val="FFFFFF"/>
                    </a:solidFill>
                    <a:cs typeface="Arial"/>
                    <a:sym typeface="Arial"/>
                  </a:rPr>
                  <a:t>A</a:t>
                </a:r>
                <a:endParaRPr sz="4400" b="1" kern="0" dirty="0">
                  <a:solidFill>
                    <a:srgbClr val="FFFFFF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4" name="Google Shape;88;p1"/>
              <p:cNvSpPr/>
              <p:nvPr/>
            </p:nvSpPr>
            <p:spPr>
              <a:xfrm>
                <a:off x="8871101" y="2803229"/>
                <a:ext cx="1658664" cy="157166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spcFirstLastPara="1" wrap="square" lIns="190050" tIns="95000" rIns="190050" bIns="95000" anchor="ctr" anchorCtr="0">
                <a:noAutofit/>
              </a:bodyPr>
              <a:lstStyle/>
              <a:p>
                <a:pPr algn="ctr" defTabSz="914217">
                  <a:buClr>
                    <a:srgbClr val="000000"/>
                  </a:buClr>
                </a:pPr>
                <a:r>
                  <a:rPr lang="en-US" sz="4400" b="1" kern="0" dirty="0">
                    <a:solidFill>
                      <a:srgbClr val="FFFFFF"/>
                    </a:solidFill>
                    <a:cs typeface="Arial"/>
                    <a:sym typeface="Arial"/>
                  </a:rPr>
                  <a:t>B</a:t>
                </a:r>
                <a:endParaRPr sz="4400" b="1" kern="0" dirty="0">
                  <a:solidFill>
                    <a:srgbClr val="FFFFFF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8" name="Google Shape;88;p1"/>
              <p:cNvSpPr/>
              <p:nvPr/>
            </p:nvSpPr>
            <p:spPr>
              <a:xfrm>
                <a:off x="14568618" y="2803229"/>
                <a:ext cx="1658664" cy="157166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spcFirstLastPara="1" wrap="square" lIns="190050" tIns="95000" rIns="190050" bIns="95000" anchor="ctr" anchorCtr="0">
                <a:noAutofit/>
              </a:bodyPr>
              <a:lstStyle/>
              <a:p>
                <a:pPr algn="ctr" defTabSz="914217">
                  <a:buClr>
                    <a:srgbClr val="000000"/>
                  </a:buClr>
                </a:pPr>
                <a:r>
                  <a:rPr lang="en-US" sz="4400" b="1" kern="0" dirty="0">
                    <a:solidFill>
                      <a:srgbClr val="FFFFFF"/>
                    </a:solidFill>
                    <a:cs typeface="Arial"/>
                    <a:sym typeface="Arial"/>
                  </a:rPr>
                  <a:t>C</a:t>
                </a:r>
                <a:endParaRPr sz="4400" b="1" kern="0" dirty="0">
                  <a:solidFill>
                    <a:srgbClr val="FFFFFF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31" name="Google Shape;88;p1"/>
              <p:cNvSpPr/>
              <p:nvPr/>
            </p:nvSpPr>
            <p:spPr>
              <a:xfrm>
                <a:off x="3173586" y="7937093"/>
                <a:ext cx="1658664" cy="157166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spcFirstLastPara="1" wrap="square" lIns="190050" tIns="95000" rIns="190050" bIns="95000" anchor="ctr" anchorCtr="0">
                <a:noAutofit/>
              </a:bodyPr>
              <a:lstStyle/>
              <a:p>
                <a:pPr algn="ctr" defTabSz="914217">
                  <a:buClr>
                    <a:srgbClr val="000000"/>
                  </a:buClr>
                </a:pPr>
                <a:r>
                  <a:rPr lang="en-US" sz="4400" b="1" kern="0" dirty="0">
                    <a:solidFill>
                      <a:srgbClr val="FFFFFF"/>
                    </a:solidFill>
                    <a:cs typeface="Arial"/>
                    <a:sym typeface="Arial"/>
                  </a:rPr>
                  <a:t>D</a:t>
                </a:r>
                <a:endParaRPr sz="4400" b="1" kern="0" dirty="0">
                  <a:solidFill>
                    <a:srgbClr val="FFFFFF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32" name="Google Shape;88;p1"/>
              <p:cNvSpPr/>
              <p:nvPr/>
            </p:nvSpPr>
            <p:spPr>
              <a:xfrm>
                <a:off x="8871103" y="7937093"/>
                <a:ext cx="1658664" cy="157166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spcFirstLastPara="1" wrap="square" lIns="190050" tIns="95000" rIns="190050" bIns="95000" anchor="ctr" anchorCtr="0">
                <a:noAutofit/>
              </a:bodyPr>
              <a:lstStyle/>
              <a:p>
                <a:pPr algn="ctr" defTabSz="914217">
                  <a:buClr>
                    <a:srgbClr val="000000"/>
                  </a:buClr>
                </a:pPr>
                <a:r>
                  <a:rPr lang="en-US" sz="4400" b="1" kern="0" dirty="0">
                    <a:solidFill>
                      <a:srgbClr val="FFFFFF"/>
                    </a:solidFill>
                    <a:cs typeface="Arial"/>
                    <a:sym typeface="Arial"/>
                  </a:rPr>
                  <a:t>E</a:t>
                </a:r>
                <a:endParaRPr sz="4400" b="1" kern="0" dirty="0">
                  <a:solidFill>
                    <a:srgbClr val="FFFFFF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33" name="Google Shape;88;p1"/>
              <p:cNvSpPr/>
              <p:nvPr/>
            </p:nvSpPr>
            <p:spPr>
              <a:xfrm>
                <a:off x="14568618" y="7937093"/>
                <a:ext cx="1658664" cy="157166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spcFirstLastPara="1" wrap="square" lIns="190050" tIns="95000" rIns="190050" bIns="95000" anchor="ctr" anchorCtr="0">
                <a:noAutofit/>
              </a:bodyPr>
              <a:lstStyle/>
              <a:p>
                <a:pPr algn="ctr" defTabSz="914217">
                  <a:buClr>
                    <a:srgbClr val="000000"/>
                  </a:buClr>
                </a:pPr>
                <a:r>
                  <a:rPr lang="en-US" sz="4400" b="1" kern="0" dirty="0">
                    <a:solidFill>
                      <a:srgbClr val="FFFFFF"/>
                    </a:solidFill>
                    <a:cs typeface="Arial"/>
                    <a:sym typeface="Arial"/>
                  </a:rPr>
                  <a:t>F</a:t>
                </a:r>
                <a:endParaRPr sz="4400" b="1" kern="0" dirty="0">
                  <a:solidFill>
                    <a:srgbClr val="FFFFFF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34" name="正方形/長方形 33"/>
              <p:cNvSpPr/>
              <p:nvPr/>
            </p:nvSpPr>
            <p:spPr>
              <a:xfrm>
                <a:off x="4820499" y="3281664"/>
                <a:ext cx="4062353" cy="61479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buClr>
                    <a:srgbClr val="000000"/>
                  </a:buClr>
                </a:pPr>
                <a:r>
                  <a:rPr kumimoji="1" lang="en-US" altLang="ja-JP" sz="4000" b="1" kern="0" dirty="0">
                    <a:solidFill>
                      <a:srgbClr val="000000"/>
                    </a:solidFill>
                    <a:sym typeface="Arial"/>
                  </a:rPr>
                  <a:t>20</a:t>
                </a:r>
                <a:endParaRPr kumimoji="1" lang="ja-JP" altLang="en-US" sz="4000" b="1" kern="0" dirty="0">
                  <a:solidFill>
                    <a:srgbClr val="000000"/>
                  </a:solidFill>
                  <a:sym typeface="Arial"/>
                </a:endParaRPr>
              </a:p>
            </p:txBody>
          </p:sp>
          <p:sp>
            <p:nvSpPr>
              <p:cNvPr id="38" name="正方形/長方形 37"/>
              <p:cNvSpPr/>
              <p:nvPr/>
            </p:nvSpPr>
            <p:spPr>
              <a:xfrm>
                <a:off x="10518014" y="3281664"/>
                <a:ext cx="4062353" cy="61479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buClr>
                    <a:srgbClr val="000000"/>
                  </a:buClr>
                </a:pPr>
                <a:r>
                  <a:rPr kumimoji="1" lang="en-US" altLang="ja-JP" sz="4000" b="1" kern="0" dirty="0">
                    <a:solidFill>
                      <a:srgbClr val="000000"/>
                    </a:solidFill>
                    <a:sym typeface="Arial"/>
                  </a:rPr>
                  <a:t>10</a:t>
                </a:r>
                <a:endParaRPr kumimoji="1" lang="ja-JP" altLang="en-US" sz="4000" b="1" kern="0" dirty="0">
                  <a:solidFill>
                    <a:srgbClr val="000000"/>
                  </a:solidFill>
                  <a:sym typeface="Arial"/>
                </a:endParaRPr>
              </a:p>
            </p:txBody>
          </p:sp>
          <p:sp>
            <p:nvSpPr>
              <p:cNvPr id="39" name="正方形/長方形 38"/>
              <p:cNvSpPr/>
              <p:nvPr/>
            </p:nvSpPr>
            <p:spPr>
              <a:xfrm>
                <a:off x="4820500" y="8415528"/>
                <a:ext cx="4062353" cy="61479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buClr>
                    <a:srgbClr val="000000"/>
                  </a:buClr>
                </a:pPr>
                <a:r>
                  <a:rPr kumimoji="1" lang="en-US" altLang="ja-JP" sz="4000" b="1" kern="0" dirty="0">
                    <a:solidFill>
                      <a:srgbClr val="000000"/>
                    </a:solidFill>
                    <a:sym typeface="Arial"/>
                  </a:rPr>
                  <a:t>10</a:t>
                </a:r>
                <a:endParaRPr kumimoji="1" lang="ja-JP" altLang="en-US" sz="4000" b="1" kern="0" dirty="0">
                  <a:solidFill>
                    <a:srgbClr val="000000"/>
                  </a:solidFill>
                  <a:sym typeface="Arial"/>
                </a:endParaRPr>
              </a:p>
            </p:txBody>
          </p:sp>
          <p:sp>
            <p:nvSpPr>
              <p:cNvPr id="40" name="正方形/長方形 39"/>
              <p:cNvSpPr/>
              <p:nvPr/>
            </p:nvSpPr>
            <p:spPr>
              <a:xfrm>
                <a:off x="10518017" y="8415528"/>
                <a:ext cx="4062353" cy="61479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buClr>
                    <a:srgbClr val="000000"/>
                  </a:buClr>
                </a:pPr>
                <a:r>
                  <a:rPr kumimoji="1" lang="en-US" altLang="ja-JP" sz="4000" b="1" kern="0" dirty="0">
                    <a:solidFill>
                      <a:srgbClr val="FFFFFF"/>
                    </a:solidFill>
                    <a:sym typeface="Arial"/>
                  </a:rPr>
                  <a:t>7</a:t>
                </a:r>
                <a:endParaRPr kumimoji="1" lang="ja-JP" altLang="en-US" sz="4000" b="1" kern="0" dirty="0">
                  <a:solidFill>
                    <a:srgbClr val="FFFFFF"/>
                  </a:solidFill>
                  <a:sym typeface="Arial"/>
                </a:endParaRPr>
              </a:p>
            </p:txBody>
          </p:sp>
          <p:sp>
            <p:nvSpPr>
              <p:cNvPr id="42" name="正方形/長方形 41"/>
              <p:cNvSpPr/>
              <p:nvPr/>
            </p:nvSpPr>
            <p:spPr>
              <a:xfrm>
                <a:off x="3696256" y="4477518"/>
                <a:ext cx="613325" cy="3356947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 defTabSz="914217">
                  <a:buClr>
                    <a:srgbClr val="000000"/>
                  </a:buClr>
                </a:pPr>
                <a:r>
                  <a:rPr kumimoji="1" lang="en-US" altLang="ja-JP" sz="4000" b="1" kern="0" dirty="0">
                    <a:solidFill>
                      <a:srgbClr val="FFFFFF"/>
                    </a:solidFill>
                    <a:sym typeface="Arial"/>
                  </a:rPr>
                  <a:t>5</a:t>
                </a:r>
                <a:endParaRPr kumimoji="1" lang="ja-JP" altLang="en-US" sz="4000" b="1" kern="0" dirty="0">
                  <a:solidFill>
                    <a:srgbClr val="FFFFFF"/>
                  </a:solidFill>
                  <a:sym typeface="Arial"/>
                </a:endParaRPr>
              </a:p>
            </p:txBody>
          </p:sp>
          <p:sp>
            <p:nvSpPr>
              <p:cNvPr id="43" name="正方形/長方形 42"/>
              <p:cNvSpPr/>
              <p:nvPr/>
            </p:nvSpPr>
            <p:spPr>
              <a:xfrm>
                <a:off x="9419719" y="4477518"/>
                <a:ext cx="613325" cy="3356947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 defTabSz="914217">
                  <a:buClr>
                    <a:srgbClr val="000000"/>
                  </a:buClr>
                </a:pPr>
                <a:r>
                  <a:rPr kumimoji="1" lang="en-US" altLang="ja-JP" sz="4000" b="1" kern="0" dirty="0">
                    <a:solidFill>
                      <a:srgbClr val="FFFFFF"/>
                    </a:solidFill>
                    <a:sym typeface="Arial"/>
                  </a:rPr>
                  <a:t>3</a:t>
                </a:r>
                <a:endParaRPr kumimoji="1" lang="ja-JP" altLang="en-US" sz="4000" b="1" kern="0" dirty="0">
                  <a:solidFill>
                    <a:srgbClr val="FFFFFF"/>
                  </a:solidFill>
                  <a:sym typeface="Arial"/>
                </a:endParaRPr>
              </a:p>
            </p:txBody>
          </p:sp>
          <p:sp>
            <p:nvSpPr>
              <p:cNvPr id="46" name="正方形/長方形 45"/>
              <p:cNvSpPr/>
              <p:nvPr/>
            </p:nvSpPr>
            <p:spPr>
              <a:xfrm>
                <a:off x="15091288" y="4477518"/>
                <a:ext cx="613325" cy="3356947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 defTabSz="914217">
                  <a:buClr>
                    <a:srgbClr val="000000"/>
                  </a:buClr>
                </a:pPr>
                <a:r>
                  <a:rPr kumimoji="1" lang="en-US" altLang="ja-JP" sz="4000" b="1" kern="0" dirty="0">
                    <a:solidFill>
                      <a:srgbClr val="FFFFFF"/>
                    </a:solidFill>
                    <a:sym typeface="Arial"/>
                  </a:rPr>
                  <a:t>7</a:t>
                </a:r>
                <a:endParaRPr kumimoji="1" lang="ja-JP" altLang="en-US" sz="4000" b="1" kern="0" dirty="0">
                  <a:solidFill>
                    <a:srgbClr val="FFFFFF"/>
                  </a:solidFill>
                  <a:sym typeface="Arial"/>
                </a:endParaRPr>
              </a:p>
            </p:txBody>
          </p:sp>
          <p:sp>
            <p:nvSpPr>
              <p:cNvPr id="47" name="正方形/長方形 46"/>
              <p:cNvSpPr/>
              <p:nvPr/>
            </p:nvSpPr>
            <p:spPr>
              <a:xfrm rot="2411632">
                <a:off x="4065796" y="5797038"/>
                <a:ext cx="5603834" cy="61479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buClr>
                    <a:srgbClr val="000000"/>
                  </a:buClr>
                </a:pPr>
                <a:r>
                  <a:rPr kumimoji="1" lang="en-US" altLang="ja-JP" sz="4000" b="1" kern="0" dirty="0">
                    <a:solidFill>
                      <a:srgbClr val="000000"/>
                    </a:solidFill>
                    <a:sym typeface="Arial"/>
                  </a:rPr>
                  <a:t>11</a:t>
                </a:r>
                <a:endParaRPr kumimoji="1" lang="ja-JP" altLang="en-US" sz="4000" b="1" kern="0" dirty="0">
                  <a:solidFill>
                    <a:srgbClr val="000000"/>
                  </a:solidFill>
                  <a:sym typeface="Arial"/>
                </a:endParaRPr>
              </a:p>
            </p:txBody>
          </p:sp>
          <p:sp>
            <p:nvSpPr>
              <p:cNvPr id="49" name="正方形/長方形 48"/>
              <p:cNvSpPr/>
              <p:nvPr/>
            </p:nvSpPr>
            <p:spPr>
              <a:xfrm rot="19103666">
                <a:off x="9746482" y="5912116"/>
                <a:ext cx="5603834" cy="61479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>
                  <a:buClr>
                    <a:srgbClr val="000000"/>
                  </a:buClr>
                </a:pPr>
                <a:r>
                  <a:rPr kumimoji="1" lang="en-US" altLang="ja-JP" sz="4000" b="1" kern="0" dirty="0">
                    <a:solidFill>
                      <a:srgbClr val="000000"/>
                    </a:solidFill>
                    <a:sym typeface="Arial"/>
                  </a:rPr>
                  <a:t>15</a:t>
                </a:r>
                <a:endParaRPr kumimoji="1" lang="ja-JP" altLang="en-US" sz="4000" b="1" kern="0" dirty="0">
                  <a:solidFill>
                    <a:srgbClr val="000000"/>
                  </a:solidFill>
                  <a:sym typeface="Arial"/>
                </a:endParaRPr>
              </a:p>
            </p:txBody>
          </p:sp>
        </p:grpSp>
        <p:sp>
          <p:nvSpPr>
            <p:cNvPr id="21" name="テキスト ボックス 20"/>
            <p:cNvSpPr txBox="1"/>
            <p:nvPr/>
          </p:nvSpPr>
          <p:spPr>
            <a:xfrm>
              <a:off x="10261974" y="2084492"/>
              <a:ext cx="4732640" cy="1036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ja-JP" altLang="en-US" sz="4000" kern="0" dirty="0">
                  <a:solidFill>
                    <a:srgbClr val="000000"/>
                  </a:solidFill>
                  <a:cs typeface="Arial"/>
                  <a:sym typeface="Arial"/>
                </a:rPr>
                <a:t>既に連結済み</a:t>
              </a:r>
            </a:p>
          </p:txBody>
        </p:sp>
      </p:grpSp>
      <p:grpSp>
        <p:nvGrpSpPr>
          <p:cNvPr id="50" name="グループ化 49"/>
          <p:cNvGrpSpPr/>
          <p:nvPr/>
        </p:nvGrpSpPr>
        <p:grpSpPr>
          <a:xfrm>
            <a:off x="1153640" y="6455498"/>
            <a:ext cx="8914521" cy="4579356"/>
            <a:chOff x="3173586" y="2803229"/>
            <a:chExt cx="13053696" cy="6705524"/>
          </a:xfrm>
        </p:grpSpPr>
        <p:sp>
          <p:nvSpPr>
            <p:cNvPr id="51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52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53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54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55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56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57" name="正方形/長方形 56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58" name="正方形/長方形 57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59" name="正方形/長方形 58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0" name="正方形/長方形 59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61" name="正方形/長方形 60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62" name="正方形/長方形 61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63" name="正方形/長方形 62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64" name="正方形/長方形 63"/>
            <p:cNvSpPr/>
            <p:nvPr/>
          </p:nvSpPr>
          <p:spPr>
            <a:xfrm rot="2411632">
              <a:off x="4065796" y="5797038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11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5" name="正方形/長方形 64"/>
            <p:cNvSpPr/>
            <p:nvPr/>
          </p:nvSpPr>
          <p:spPr>
            <a:xfrm rot="19103666">
              <a:off x="9746482" y="5912116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</p:grpSp>
      <p:grpSp>
        <p:nvGrpSpPr>
          <p:cNvPr id="66" name="グループ化 65"/>
          <p:cNvGrpSpPr/>
          <p:nvPr/>
        </p:nvGrpSpPr>
        <p:grpSpPr>
          <a:xfrm>
            <a:off x="11221801" y="6455498"/>
            <a:ext cx="8914521" cy="4579356"/>
            <a:chOff x="3173586" y="2803229"/>
            <a:chExt cx="13053696" cy="6705524"/>
          </a:xfrm>
        </p:grpSpPr>
        <p:sp>
          <p:nvSpPr>
            <p:cNvPr id="67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68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69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70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71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72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73" name="正方形/長方形 72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74" name="正方形/長方形 73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75" name="正方形/長方形 74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76" name="正方形/長方形 75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77" name="正方形/長方形 76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78" name="正方形/長方形 77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79" name="正方形/長方形 78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80" name="正方形/長方形 79"/>
            <p:cNvSpPr/>
            <p:nvPr/>
          </p:nvSpPr>
          <p:spPr>
            <a:xfrm rot="2411632">
              <a:off x="4065796" y="5797038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</a:t>
              </a:r>
              <a:r>
                <a:rPr kumimoji="1" lang="ja-JP" altLang="en-US" sz="4000" b="1" kern="0" dirty="0">
                  <a:solidFill>
                    <a:srgbClr val="000000"/>
                  </a:solidFill>
                  <a:sym typeface="Arial"/>
                </a:rPr>
                <a:t>１</a:t>
              </a:r>
            </a:p>
          </p:txBody>
        </p:sp>
        <p:sp>
          <p:nvSpPr>
            <p:cNvPr id="81" name="正方形/長方形 80"/>
            <p:cNvSpPr/>
            <p:nvPr/>
          </p:nvSpPr>
          <p:spPr>
            <a:xfrm rot="19103666">
              <a:off x="9746482" y="5912116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</p:grpSp>
      <p:sp>
        <p:nvSpPr>
          <p:cNvPr id="82" name="正方形/長方形 81"/>
          <p:cNvSpPr/>
          <p:nvPr/>
        </p:nvSpPr>
        <p:spPr>
          <a:xfrm>
            <a:off x="274027" y="187512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STEP5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83" name="正方形/長方形 82"/>
          <p:cNvSpPr/>
          <p:nvPr/>
        </p:nvSpPr>
        <p:spPr>
          <a:xfrm>
            <a:off x="10132765" y="187511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STEP6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84" name="正方形/長方形 83"/>
          <p:cNvSpPr/>
          <p:nvPr/>
        </p:nvSpPr>
        <p:spPr>
          <a:xfrm>
            <a:off x="274026" y="5652409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STEP7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85" name="正方形/長方形 84"/>
          <p:cNvSpPr/>
          <p:nvPr/>
        </p:nvSpPr>
        <p:spPr>
          <a:xfrm>
            <a:off x="10132764" y="5652408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STEP8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1215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​​テーマ">
  <a:themeElements>
    <a:clrScheme name="AIブログ">
      <a:dk1>
        <a:srgbClr val="000000"/>
      </a:dk1>
      <a:lt1>
        <a:srgbClr val="FFFFFF"/>
      </a:lt1>
      <a:dk2>
        <a:srgbClr val="013CA6"/>
      </a:dk2>
      <a:lt2>
        <a:srgbClr val="BDE4FC"/>
      </a:lt2>
      <a:accent1>
        <a:srgbClr val="013CA6"/>
      </a:accent1>
      <a:accent2>
        <a:srgbClr val="BDE4FC"/>
      </a:accent2>
      <a:accent3>
        <a:srgbClr val="F3FAFE"/>
      </a:accent3>
      <a:accent4>
        <a:srgbClr val="00B050"/>
      </a:accent4>
      <a:accent5>
        <a:srgbClr val="EBA81A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153</Words>
  <Application>Microsoft Office PowerPoint</Application>
  <PresentationFormat>ユーザー設定</PresentationFormat>
  <Paragraphs>144</Paragraphs>
  <Slides>5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6" baseType="lpstr">
      <vt:lpstr>Office ​​テーマ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shining</dc:creator>
  <dc:description>generated using python-pptx</dc:description>
  <cp:lastModifiedBy>shining</cp:lastModifiedBy>
  <cp:revision>12</cp:revision>
  <dcterms:created xsi:type="dcterms:W3CDTF">2013-01-27T09:14:16Z</dcterms:created>
  <dcterms:modified xsi:type="dcterms:W3CDTF">2026-06-07T15:50:22Z</dcterms:modified>
</cp:coreProperties>
</file>