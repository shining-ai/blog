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ナップサック問題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Knapsack Problem — 重量制限内で価値を最大化する 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A1A2E"/>
                </a:solidFill>
              </a:rPr>
              <a:t>重量制限 W の袋に、各アイテム (価値 v, 重量 w) を詰め込み価値の合計を最大化する組み合わせ最適化問題。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0/1 ナップサック DP テーブル（W=5、アイテム: (v=2,w=1), (v=3,w=2), (v=4,w=3)）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424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4032000"/>
            <a:ext cx="410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5220000" y="3888000"/>
            <a:ext cx="208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92000" y="40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w=0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60000" y="3888000"/>
            <a:ext cx="208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2000" y="40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w=1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0000" y="3888000"/>
            <a:ext cx="208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72000" y="40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w=2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40000" y="3888000"/>
            <a:ext cx="208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12000" y="40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w=3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80000" y="3888000"/>
            <a:ext cx="208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52000" y="40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w=4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20000" y="3888000"/>
            <a:ext cx="208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92000" y="40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w=5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4788000"/>
            <a:ext cx="424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4932000"/>
            <a:ext cx="410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初期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20000" y="47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2000" y="49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60000" y="47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2000" y="49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0000" y="47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72000" y="49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240000" y="47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12000" y="49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580000" y="47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52000" y="49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20000" y="47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92000" y="49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000" y="5688000"/>
            <a:ext cx="424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000" y="5832000"/>
            <a:ext cx="410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i=0 (v=2,w=1)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20000" y="56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92000" y="58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60000" y="56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2000" y="58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00000" y="56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2000" y="58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240000" y="56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12000" y="58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580000" y="56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52000" y="58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20000" y="56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92000" y="58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000" y="6588000"/>
            <a:ext cx="424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2000" y="6732000"/>
            <a:ext cx="410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i=1 (v=3,w=2)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20000" y="65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92000" y="67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60000" y="65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32000" y="67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00000" y="65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72000" y="67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240000" y="65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12000" y="67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580000" y="65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652000" y="67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920000" y="6588000"/>
            <a:ext cx="2088000" cy="827999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992000" y="67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0000" y="7488000"/>
            <a:ext cx="4248000" cy="82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2000" y="7632000"/>
            <a:ext cx="410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i=2 (v=4,w=3)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20000" y="74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92000" y="76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60000" y="74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32000" y="76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00000" y="74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72000" y="76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240000" y="74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312000" y="76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580000" y="7488000"/>
            <a:ext cx="20880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652000" y="76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920000" y="7488000"/>
            <a:ext cx="2088000" cy="827999"/>
          </a:xfrm>
          <a:prstGeom prst="rect">
            <a:avLst/>
          </a:prstGeom>
          <a:solidFill>
            <a:srgbClr val="EBA81A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992000" y="7632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0000" y="882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遷移式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0000" y="9468000"/>
            <a:ext cx="19800000" cy="1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0000" y="9540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for w in range(capacity, item_weight - 1, -1):  # 後ろから更新（同じアイテムを2回使わない）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0000" y="10188000"/>
            <a:ext cx="194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13CA6"/>
                </a:solidFill>
              </a:rPr>
              <a:t>    dp[w] = max(dp[w], dp[w - item_weight] + item_value)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0000" y="1098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バリエーション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0000" y="11592000"/>
            <a:ext cx="648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0000" y="11592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0/1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60000" y="11592000"/>
            <a:ext cx="648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40000" y="11592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無制限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4400000" y="11592000"/>
            <a:ext cx="6480000" cy="3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580000" y="11592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分数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