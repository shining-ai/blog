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貪欲法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Greedy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各ステップで「局所的に最適な選択」を行う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780000"/>
            <a:ext cx="864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適用条件 ①
貪欲選択性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112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06060"/>
                </a:solidFill>
              </a:rPr>
              <a:t>局所最適な選択が
全体最適解の一部になっている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0000" y="3780000"/>
            <a:ext cx="864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適用条件 ②
最適部分構造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0" y="5112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06060"/>
                </a:solidFill>
              </a:rPr>
              <a:t>問題の最適解が
部分問題の最適解から構成できる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6300000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例: 区間スケジューリング（終了時刻が早い順に選択）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0" y="7020000"/>
            <a:ext cx="2880000" cy="576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 [1,4)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709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✓ 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0" y="7740000"/>
            <a:ext cx="2880000" cy="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B [3,5)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781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× スキップ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8460000"/>
            <a:ext cx="2880000" cy="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C [0,6)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853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× スキップ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0" y="9180000"/>
            <a:ext cx="2880000" cy="576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 [5,7)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0" y="925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✓ 選択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0" y="9900000"/>
            <a:ext cx="4320000" cy="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E [3,9)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000" y="997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× スキップ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0000" y="10620000"/>
            <a:ext cx="2880000" cy="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F [6,10)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0" y="1069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× スキップ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60000" y="66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代表的なアルゴリズム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60000" y="7380000"/>
            <a:ext cx="3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Kruskal法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0000" y="73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</a:rPr>
              <a:t>最小全域木
→ 辺コスト昇順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60000" y="8640000"/>
            <a:ext cx="3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Dijkstra法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0000" y="86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</a:rPr>
              <a:t>最短経路
→ 最小距離ノード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60000" y="9900000"/>
            <a:ext cx="3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Huffman符号化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80000" y="99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</a:rPr>
              <a:t>データ圧縮
→ 頻度最小順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" y="10980000"/>
            <a:ext cx="1908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0000"/>
                </a:solidFill>
              </a:rPr>
              <a:t>注意: 非正準コイン体系や 0/1ナップサックでは最適解を保証しない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