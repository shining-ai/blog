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区間 DP（Interval DP）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区間 [l, r] を小さい区間の結果から求める 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区間を「分割点 k で 2 つに分ける」全通りを試して最適値を求める。ループは区間の長さが短い順に行う。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基本パターン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1980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960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dp[l][r] = min/max over k in [l, r-1] of: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572000"/>
            <a:ext cx="1944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2E"/>
                </a:solidFill>
              </a:rPr>
              <a:t>              dp[l][k] + dp[k+1][r] + cost(l, k, 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832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ループ順（長さ 1 → n の順が必須）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6443999"/>
            <a:ext cx="19800000" cy="19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6480000"/>
            <a:ext cx="19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for length in range(2, n + 1):       # 区間の長さ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6858000"/>
            <a:ext cx="19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  for l in range(n - length + 1):  # 左端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7236000"/>
            <a:ext cx="19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      r = l + length - 1           # 右端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7613999"/>
            <a:ext cx="19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      for k in range(l, r):        # 分割点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7992000"/>
            <a:ext cx="19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13CA6"/>
                </a:solidFill>
              </a:rPr>
              <a:t>            dp[l][r] = min(dp[l][r], dp[l][k] + dp[k+1][r] + cost)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8712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典型問題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9360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999" y="9396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石の分割/合体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10260000"/>
            <a:ext cx="486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999" y="10332000"/>
            <a:ext cx="468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隣接する石を合体するコストを最小化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9360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68000" y="9396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行列積の順序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260000"/>
            <a:ext cx="486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8000" y="10332000"/>
            <a:ext cx="468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行列積のスカラー乗算回数を最小化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0" y="9360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08000" y="9396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括弧の付け方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0000" y="10260000"/>
            <a:ext cx="486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08000" y="10332000"/>
            <a:ext cx="468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式の計算コスト最適化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840000" y="9360000"/>
            <a:ext cx="486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947999" y="9396000"/>
            <a:ext cx="468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回文分割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840000" y="10260000"/>
            <a:ext cx="486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947999" y="10332000"/>
            <a:ext cx="468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文字列を回文に分割する最小分割数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11880000"/>
            <a:ext cx="19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計算量: O(n³) 時間 / O(n²) 空間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