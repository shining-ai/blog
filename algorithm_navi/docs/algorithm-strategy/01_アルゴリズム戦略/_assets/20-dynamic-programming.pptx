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9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216000"/>
            <a:ext cx="1800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動的計画法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152000"/>
            <a:ext cx="194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DE4FC"/>
                </a:solidFill>
              </a:rPr>
              <a:t>Dynamic Programming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0000" y="2520000"/>
            <a:ext cx="19080000" cy="72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013CA6"/>
                </a:solidFill>
              </a:rPr>
              <a:t>重複する部分問題  ＋  最適部分構造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0000" y="3780000"/>
            <a:ext cx="8640000" cy="79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トップダウン（メモ化再帰）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4752000"/>
            <a:ext cx="82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1A1A"/>
                </a:solidFill>
              </a:rPr>
              <a:t>① 再帰でサブ問題を呼び出す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000" y="5472000"/>
            <a:ext cx="82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1A1A"/>
                </a:solidFill>
              </a:rPr>
              <a:t>② キャッシュを確認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0000" y="6192000"/>
            <a:ext cx="82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1A1A"/>
                </a:solidFill>
              </a:rPr>
              <a:t>③ 未計算なら解いてキャッシュ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0000" y="6912000"/>
            <a:ext cx="82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1A1A"/>
                </a:solidFill>
              </a:rPr>
              <a:t>④ キャッシュ済みなら即返却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20000" y="3780000"/>
            <a:ext cx="8640000" cy="792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ボトムアップ（テーブル法）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00000" y="4752000"/>
            <a:ext cx="82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1A1A"/>
                </a:solidFill>
              </a:rPr>
              <a:t>① 最小サブ問題から開始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0000" y="5472000"/>
            <a:ext cx="82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1A1A"/>
                </a:solidFill>
              </a:rPr>
              <a:t>② テーブルを順番に埋める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0000" y="6192000"/>
            <a:ext cx="82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1A1A"/>
                </a:solidFill>
              </a:rPr>
              <a:t>③ 依存関係に従い状態遷移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00000" y="6912000"/>
            <a:ext cx="82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1A1A"/>
                </a:solidFill>
              </a:rPr>
              <a:t>④ 最終セルが解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84000" y="3780000"/>
            <a:ext cx="72000" cy="3600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0000" y="8100000"/>
            <a:ext cx="19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例: 0/1 ナップサック  dp[i][w] = i番目まで考慮・容量w以下での最大価値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80000" y="8820000"/>
            <a:ext cx="1800000" cy="576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w→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000" y="8820000"/>
            <a:ext cx="1800000" cy="576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1A1A"/>
                </a:solidFill>
              </a:rPr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0000" y="8820000"/>
            <a:ext cx="1800000" cy="576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1A1A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80000" y="8820000"/>
            <a:ext cx="1800000" cy="576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1A1A"/>
                </a:solidFill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80000" y="8820000"/>
            <a:ext cx="1800000" cy="576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1A1A"/>
                </a:solidFill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80000" y="8820000"/>
            <a:ext cx="1800000" cy="576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1A1A"/>
                </a:solidFill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880000" y="8820000"/>
            <a:ext cx="1800000" cy="576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1A1A"/>
                </a:solidFill>
              </a:rP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80000" y="9396000"/>
            <a:ext cx="4680000" cy="576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i=0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000" y="9396000"/>
            <a:ext cx="1800000" cy="576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1A1A1A"/>
                </a:solidFill>
              </a:rP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60000" y="9396000"/>
            <a:ext cx="1800000" cy="57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1A1A1A"/>
                </a:solidFill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60000" y="9396000"/>
            <a:ext cx="1800000" cy="576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1A1A1A"/>
                </a:solidFill>
              </a:rPr>
              <a:t>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160000" y="9396000"/>
            <a:ext cx="1800000" cy="57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1A1A1A"/>
                </a:solidFill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960000" y="9396000"/>
            <a:ext cx="1800000" cy="576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1A1A1A"/>
                </a:solidFill>
              </a:rP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760000" y="9396000"/>
            <a:ext cx="1800000" cy="57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1A1A1A"/>
                </a:solidFill>
              </a:rPr>
              <a:t>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80000" y="9972000"/>
            <a:ext cx="4680000" cy="576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i=1 (価値2,重量1)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60000" y="9972000"/>
            <a:ext cx="1800000" cy="57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1A1A1A"/>
                </a:solidFill>
              </a:rPr>
              <a:t>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60000" y="9972000"/>
            <a:ext cx="1800000" cy="576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1A1A1A"/>
                </a:solidFill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60000" y="9972000"/>
            <a:ext cx="1800000" cy="57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1A1A1A"/>
                </a:solidFill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160000" y="9972000"/>
            <a:ext cx="1800000" cy="576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1A1A1A"/>
                </a:solidFill>
              </a:rPr>
              <a:t>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960000" y="9972000"/>
            <a:ext cx="1800000" cy="57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1A1A1A"/>
                </a:solidFill>
              </a:rPr>
              <a:t>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760000" y="9972000"/>
            <a:ext cx="1800000" cy="576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1A1A1A"/>
                </a:solidFill>
              </a:rPr>
              <a:t>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80000" y="10548000"/>
            <a:ext cx="4680000" cy="576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i=2 (価値3,重量2)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60000" y="10548000"/>
            <a:ext cx="1800000" cy="576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1A1A1A"/>
                </a:solidFill>
              </a:rPr>
              <a:t>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60000" y="10548000"/>
            <a:ext cx="1800000" cy="57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1A1A1A"/>
                </a:solidFill>
              </a:rP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60000" y="10548000"/>
            <a:ext cx="1800000" cy="576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1A1A1A"/>
                </a:solidFill>
              </a:rPr>
              <a:t>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160000" y="10548000"/>
            <a:ext cx="1800000" cy="57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1A1A1A"/>
                </a:solidFill>
              </a:rPr>
              <a:t>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960000" y="10548000"/>
            <a:ext cx="1800000" cy="576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1A1A1A"/>
                </a:solidFill>
              </a:rPr>
              <a:t>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760000" y="10548000"/>
            <a:ext cx="1800000" cy="57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1A1A1A"/>
                </a:solidFill>
              </a:rPr>
              <a:t>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80000" y="11124000"/>
            <a:ext cx="4680000" cy="576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i=3 (価値4,重量3)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60000" y="11124000"/>
            <a:ext cx="1800000" cy="57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1A1A1A"/>
                </a:solidFill>
              </a:rPr>
              <a:t>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60000" y="11124000"/>
            <a:ext cx="1800000" cy="576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1A1A1A"/>
                </a:solidFill>
              </a:rPr>
              <a:t>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60000" y="11124000"/>
            <a:ext cx="1800000" cy="57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1A1A1A"/>
                </a:solidFill>
              </a:rPr>
              <a:t>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160000" y="11124000"/>
            <a:ext cx="1800000" cy="576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1A1A1A"/>
                </a:solidFill>
              </a:rPr>
              <a:t>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960000" y="11124000"/>
            <a:ext cx="1800000" cy="57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1A1A1A"/>
                </a:solidFill>
              </a:rPr>
              <a:t>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4760000" y="11124000"/>
            <a:ext cx="1800000" cy="576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1A1A"/>
                </a:solidFill>
              </a:rPr>
              <a:t>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840000" y="11520000"/>
            <a:ext cx="43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B050"/>
                </a:solidFill>
              </a:rPr>
              <a:t>最大価値 =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