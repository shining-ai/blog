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16000"/>
            <a:ext cx="180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分割統治法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52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Divide and Conquer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2700000"/>
            <a:ext cx="468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① 分割
Divide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4500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1A1A"/>
                </a:solidFill>
              </a:rPr>
              <a:t>問題を同じ構造の
小さな部分問題に分割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68000" y="3510000.0"/>
            <a:ext cx="972000" cy="0.0"/>
          </a:xfrm>
          <a:prstGeom prst="bentConnector3">
            <a:avLst/>
          </a:prstGeom>
          <a:ln w="508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40000" y="2700000"/>
            <a:ext cx="4680000" cy="162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② 解決
Conquer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0" y="4500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1A1A"/>
                </a:solidFill>
              </a:rPr>
              <a:t>各部分問題を
再帰的に解く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628000" y="3510000.0"/>
            <a:ext cx="972000" cy="0.0"/>
          </a:xfrm>
          <a:prstGeom prst="bentConnector3">
            <a:avLst/>
          </a:prstGeom>
          <a:ln w="508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2600000" y="2700000"/>
            <a:ext cx="4680000" cy="16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③ 統合
Combine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00000" y="4500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1A1A"/>
                </a:solidFill>
              </a:rPr>
              <a:t>部分問題の解を
統合して最終解を構成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57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例: マージソート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80000" y="6480000"/>
            <a:ext cx="7920000" cy="57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[5,3,8,1,4,2,7,6]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20000" y="7560000"/>
            <a:ext cx="5040000" cy="576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[5,3,8,1]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20000" y="7560000"/>
            <a:ext cx="5040000" cy="576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[4,2,7,6]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0000" y="8640000"/>
            <a:ext cx="2880000" cy="576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[5,3]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0000" y="8640000"/>
            <a:ext cx="2880000" cy="576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[8,1]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0000" y="8640000"/>
            <a:ext cx="2880000" cy="576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[4,2]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480000" y="8640000"/>
            <a:ext cx="2880000" cy="576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[7,6]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5040000" y="7056000"/>
            <a:ext cx="5400000" cy="504000"/>
          </a:xfrm>
          <a:prstGeom prst="bentConnector3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40000" y="7056000"/>
            <a:ext cx="5400000" cy="504000"/>
          </a:xfrm>
          <a:prstGeom prst="bentConnector3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520000" y="8136000"/>
            <a:ext cx="2520000" cy="504000"/>
          </a:xfrm>
          <a:prstGeom prst="bentConnector3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40000" y="8136000"/>
            <a:ext cx="1080000" cy="504000"/>
          </a:xfrm>
          <a:prstGeom prst="bentConnector3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3320000" y="8136000"/>
            <a:ext cx="2520000" cy="504000"/>
          </a:xfrm>
          <a:prstGeom prst="bentConnector3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840000" y="8136000"/>
            <a:ext cx="1080000" cy="504000"/>
          </a:xfrm>
          <a:prstGeom prst="bentConnector3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080000" y="10440000"/>
            <a:ext cx="15120000" cy="792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マスター定理:  T(n) = a·T(n/b) + f(n)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20000" y="10440000"/>
            <a:ext cx="36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</a:rPr>
              <a:t>マージソート: O(n log n)
二分探索: O(log n)
FFT: O(n log 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